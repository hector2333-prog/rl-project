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0" r:id="rId3"/>
    <p:sldId id="267" r:id="rId4"/>
    <p:sldId id="268" r:id="rId5"/>
    <p:sldId id="321" r:id="rId6"/>
    <p:sldId id="266" r:id="rId7"/>
    <p:sldId id="265" r:id="rId8"/>
    <p:sldId id="270" r:id="rId9"/>
    <p:sldId id="280" r:id="rId10"/>
    <p:sldId id="281" r:id="rId11"/>
    <p:sldId id="282" r:id="rId12"/>
    <p:sldId id="283" r:id="rId13"/>
    <p:sldId id="284" r:id="rId14"/>
    <p:sldId id="257" r:id="rId15"/>
    <p:sldId id="285" r:id="rId16"/>
    <p:sldId id="289" r:id="rId17"/>
    <p:sldId id="290" r:id="rId18"/>
    <p:sldId id="286" r:id="rId19"/>
    <p:sldId id="258" r:id="rId20"/>
    <p:sldId id="262" r:id="rId21"/>
    <p:sldId id="259" r:id="rId22"/>
    <p:sldId id="287" r:id="rId23"/>
    <p:sldId id="293" r:id="rId24"/>
    <p:sldId id="294" r:id="rId25"/>
    <p:sldId id="288" r:id="rId26"/>
    <p:sldId id="263" r:id="rId27"/>
    <p:sldId id="291" r:id="rId28"/>
    <p:sldId id="295" r:id="rId29"/>
    <p:sldId id="296" r:id="rId30"/>
    <p:sldId id="297" r:id="rId31"/>
    <p:sldId id="292" r:id="rId32"/>
    <p:sldId id="264" r:id="rId33"/>
    <p:sldId id="299" r:id="rId34"/>
    <p:sldId id="302" r:id="rId35"/>
    <p:sldId id="303" r:id="rId36"/>
    <p:sldId id="304" r:id="rId37"/>
    <p:sldId id="305" r:id="rId38"/>
    <p:sldId id="298" r:id="rId39"/>
    <p:sldId id="269" r:id="rId40"/>
    <p:sldId id="300" r:id="rId41"/>
    <p:sldId id="308" r:id="rId42"/>
    <p:sldId id="309" r:id="rId43"/>
    <p:sldId id="301" r:id="rId44"/>
    <p:sldId id="271" r:id="rId45"/>
    <p:sldId id="272" r:id="rId46"/>
    <p:sldId id="273" r:id="rId47"/>
    <p:sldId id="306" r:id="rId48"/>
    <p:sldId id="312" r:id="rId49"/>
    <p:sldId id="313" r:id="rId50"/>
    <p:sldId id="314" r:id="rId51"/>
    <p:sldId id="307" r:id="rId52"/>
    <p:sldId id="277" r:id="rId53"/>
    <p:sldId id="310" r:id="rId54"/>
    <p:sldId id="317" r:id="rId55"/>
    <p:sldId id="318" r:id="rId56"/>
    <p:sldId id="311" r:id="rId57"/>
    <p:sldId id="278" r:id="rId58"/>
    <p:sldId id="274" r:id="rId59"/>
    <p:sldId id="275" r:id="rId60"/>
    <p:sldId id="315" r:id="rId61"/>
    <p:sldId id="319" r:id="rId62"/>
    <p:sldId id="320" r:id="rId63"/>
    <p:sldId id="316" r:id="rId64"/>
    <p:sldId id="279" r:id="rId65"/>
    <p:sldId id="276" r:id="rId6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94571"/>
  </p:normalViewPr>
  <p:slideViewPr>
    <p:cSldViewPr snapToGrid="0">
      <p:cViewPr varScale="1">
        <p:scale>
          <a:sx n="113" d="100"/>
          <a:sy n="113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59AB2-2D8C-254C-F7E6-FF1DC70A4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6D59E9-EF18-7B08-890F-51B476CDF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5D783E-77D9-EABB-C8A7-206A88297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91EA-5AA2-B04F-ACD1-B56F5BC32AE7}" type="datetimeFigureOut">
              <a:rPr lang="es-ES" smtClean="0"/>
              <a:t>27/1/26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EFA56C-D4C8-87FB-731E-7B13759B5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A08EC8-B855-E8E4-D76B-FB1DE06CC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501D6-EFBF-2344-BFB2-B198CEBC54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022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DB9EC6-2A6D-5A53-70C4-15548F221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91325E-A911-7064-2492-EA3C3CF43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DA43C2-9AB0-6EA7-B7CD-2D79B86ED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91EA-5AA2-B04F-ACD1-B56F5BC32AE7}" type="datetimeFigureOut">
              <a:rPr lang="es-ES" smtClean="0"/>
              <a:t>27/1/26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B5D300-8E0F-F048-95BF-FE4D493A3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27FB2-257D-E2C3-366D-7B52DE531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501D6-EFBF-2344-BFB2-B198CEBC54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785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4D84AB-DF34-E61F-8E29-74BE2D16C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24C219-B92A-F35F-A480-5454A8C1F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157F68-1CCC-6680-A2F1-9FFA3BBED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91EA-5AA2-B04F-ACD1-B56F5BC32AE7}" type="datetimeFigureOut">
              <a:rPr lang="es-ES" smtClean="0"/>
              <a:t>27/1/26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0DE7B4-E937-4E5B-1047-85AC08B2F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0DEA8C-A64B-3C8D-FD38-52E60ADAF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501D6-EFBF-2344-BFB2-B198CEBC54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8441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E31FBE-1A7C-945F-6378-24DBF3D35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B60B87-A9B8-0CC7-FCDB-9CB871C8CE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E6383ED-6BC8-92BF-2279-10DDEAAC2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D53F75-A30B-BC02-A18E-770302C80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91EA-5AA2-B04F-ACD1-B56F5BC32AE7}" type="datetimeFigureOut">
              <a:rPr lang="es-ES" smtClean="0"/>
              <a:t>27/1/26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6DB19E-AF5D-3E48-14EA-1C526FB4E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3C6E1C-074D-B211-77EC-0197ABB9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501D6-EFBF-2344-BFB2-B198CEBC54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6325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DAC74F-004D-98FB-79B6-EE815E725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78000C-F0C0-91C7-B208-F2CC7A1EC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7F46B67-5FDA-8C61-592A-C48D8D523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541EE1-F87B-BC94-01E9-7747F3D07F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D615499-6F94-DC02-A1D4-A37D7C596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957546D-D81F-7B85-88ED-3526B4DF8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91EA-5AA2-B04F-ACD1-B56F5BC32AE7}" type="datetimeFigureOut">
              <a:rPr lang="es-ES" smtClean="0"/>
              <a:t>27/1/26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8E52DE3-FD58-89BC-35AA-41EE0AB64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5B6296-14F1-3F0A-B7A4-0DF874AC0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501D6-EFBF-2344-BFB2-B198CEBC54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417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8CA418-469B-DC65-79EF-0DC085881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8ABE814-6E19-6611-67E1-C9ED2CE28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91EA-5AA2-B04F-ACD1-B56F5BC32AE7}" type="datetimeFigureOut">
              <a:rPr lang="es-ES" smtClean="0"/>
              <a:t>27/1/26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6C9BE0C-E2A3-55F5-54A6-CB78DD6F1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81F72AB-30FA-38BF-C04D-944A70FE2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501D6-EFBF-2344-BFB2-B198CEBC54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30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85B79F5-438A-67E8-EF69-176A7E2E4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91EA-5AA2-B04F-ACD1-B56F5BC32AE7}" type="datetimeFigureOut">
              <a:rPr lang="es-ES" smtClean="0"/>
              <a:t>27/1/26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AA9375-2828-A642-A3D7-739E1A209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AC32AB-87C2-957C-95AE-63926B699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501D6-EFBF-2344-BFB2-B198CEBC54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8298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B0DE19-A132-2764-91D7-72EA0A33D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4E74D0-0402-DD7E-916E-8794ADD95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F264F65-8B3E-4C83-2377-F33E43ACE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FF47AD-79E0-8C98-A032-C56864184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91EA-5AA2-B04F-ACD1-B56F5BC32AE7}" type="datetimeFigureOut">
              <a:rPr lang="es-ES" smtClean="0"/>
              <a:t>27/1/26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4DDBB5A-72E0-51AE-BA0E-4B28D9EF1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87F82B-6361-6B8D-92DF-DA048D69F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501D6-EFBF-2344-BFB2-B198CEBC54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754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65252-CBD2-8110-E3A9-19A4C16F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4036912-A3DF-556C-D204-89ED16A50C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A4FB45B-B206-1422-4D5A-D005EB5C1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986FEF-7F75-6C98-0694-4B08C23F4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91EA-5AA2-B04F-ACD1-B56F5BC32AE7}" type="datetimeFigureOut">
              <a:rPr lang="es-ES" smtClean="0"/>
              <a:t>27/1/26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3096C57-6396-F882-312A-66F7E88CF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BD83D3-8FBE-012E-C7B9-B9A419B43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501D6-EFBF-2344-BFB2-B198CEBC54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8014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34204-BF0B-15F5-3E20-6319F9D1F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416B970-59C0-045F-7E1F-A27012DD1D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22C142-ED41-2C15-B7B9-1D60BEE4C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91EA-5AA2-B04F-ACD1-B56F5BC32AE7}" type="datetimeFigureOut">
              <a:rPr lang="es-ES" smtClean="0"/>
              <a:t>27/1/26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144274-3E52-8B0C-B2A0-923A38DD4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9ABB97-D29E-187A-0B0D-39B7175C3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501D6-EFBF-2344-BFB2-B198CEBC54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72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58A08E7-002B-DDEE-8523-DE6ACF6AC8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54ACAB-5801-B5B1-060B-2CA95DBF0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7E24FF-6AE8-5D7C-07FB-0192EB01B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91EA-5AA2-B04F-ACD1-B56F5BC32AE7}" type="datetimeFigureOut">
              <a:rPr lang="es-ES" smtClean="0"/>
              <a:t>27/1/26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E722BF-0EAB-5071-80D6-4A5145725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A1B746-0482-C008-B7BB-DD71355BF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501D6-EFBF-2344-BFB2-B198CEBC54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6123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40E727C-5606-9712-F31C-647A4B871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FDC3F2-48AE-FE51-08EA-E83ECFDC8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C8A57C-EEDB-D6E3-8B06-ED23A0BF1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4891EA-5AA2-B04F-ACD1-B56F5BC32AE7}" type="datetimeFigureOut">
              <a:rPr lang="es-ES" smtClean="0"/>
              <a:t>27/1/26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AB3735-C8FF-94F5-3F1F-12E4757D94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8D5284-8805-59FF-F10A-BD28AD8F3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2501D6-EFBF-2344-BFB2-B198CEBC54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2788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9.mp4"/><Relationship Id="rId1" Type="http://schemas.microsoft.com/office/2007/relationships/media" Target="../media/media9.mp4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0.mp4"/><Relationship Id="rId1" Type="http://schemas.microsoft.com/office/2007/relationships/media" Target="../media/media10.mp4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1.mp4"/><Relationship Id="rId1" Type="http://schemas.microsoft.com/office/2007/relationships/media" Target="../media/media11.mp4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2.mp4"/><Relationship Id="rId1" Type="http://schemas.microsoft.com/office/2007/relationships/media" Target="../media/media12.mp4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3.mp4"/><Relationship Id="rId1" Type="http://schemas.microsoft.com/office/2007/relationships/media" Target="../media/media13.mp4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4.mp4"/><Relationship Id="rId1" Type="http://schemas.microsoft.com/office/2007/relationships/media" Target="../media/media14.mp4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5.mp4"/><Relationship Id="rId1" Type="http://schemas.microsoft.com/office/2007/relationships/media" Target="../media/media15.mp4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6.mp4"/><Relationship Id="rId1" Type="http://schemas.microsoft.com/office/2007/relationships/media" Target="../media/media16.mp4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7.mp4"/><Relationship Id="rId1" Type="http://schemas.microsoft.com/office/2007/relationships/media" Target="../media/media17.mp4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8.mp4"/><Relationship Id="rId1" Type="http://schemas.microsoft.com/office/2007/relationships/media" Target="../media/media18.mp4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9.mp4"/><Relationship Id="rId1" Type="http://schemas.microsoft.com/office/2007/relationships/media" Target="../media/media19.mp4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0.mp4"/><Relationship Id="rId1" Type="http://schemas.microsoft.com/office/2007/relationships/media" Target="../media/media20.mp4"/><Relationship Id="rId4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1.mp4"/><Relationship Id="rId1" Type="http://schemas.microsoft.com/office/2007/relationships/media" Target="../media/media21.mp4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2.mp4"/><Relationship Id="rId1" Type="http://schemas.microsoft.com/office/2007/relationships/media" Target="../media/media22.mp4"/><Relationship Id="rId4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3.mp4"/><Relationship Id="rId1" Type="http://schemas.microsoft.com/office/2007/relationships/media" Target="../media/media23.mp4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4.mp4"/><Relationship Id="rId1" Type="http://schemas.microsoft.com/office/2007/relationships/media" Target="../media/media24.mp4"/><Relationship Id="rId4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5.mp4"/><Relationship Id="rId1" Type="http://schemas.microsoft.com/office/2007/relationships/media" Target="../media/media25.mp4"/><Relationship Id="rId4" Type="http://schemas.openxmlformats.org/officeDocument/2006/relationships/image" Target="../media/image2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6.mp4"/><Relationship Id="rId1" Type="http://schemas.microsoft.com/office/2007/relationships/media" Target="../media/media26.mp4"/><Relationship Id="rId4" Type="http://schemas.openxmlformats.org/officeDocument/2006/relationships/image" Target="../media/image2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7.mp4"/><Relationship Id="rId1" Type="http://schemas.microsoft.com/office/2007/relationships/media" Target="../media/media27.mp4"/><Relationship Id="rId4" Type="http://schemas.openxmlformats.org/officeDocument/2006/relationships/image" Target="../media/image3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8.mp4"/><Relationship Id="rId1" Type="http://schemas.microsoft.com/office/2007/relationships/media" Target="../media/media28.mp4"/><Relationship Id="rId4" Type="http://schemas.openxmlformats.org/officeDocument/2006/relationships/image" Target="../media/image3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9.mp4"/><Relationship Id="rId1" Type="http://schemas.microsoft.com/office/2007/relationships/media" Target="../media/media29.mp4"/><Relationship Id="rId4" Type="http://schemas.openxmlformats.org/officeDocument/2006/relationships/image" Target="../media/image3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0.mp4"/><Relationship Id="rId1" Type="http://schemas.microsoft.com/office/2007/relationships/media" Target="../media/media30.mp4"/><Relationship Id="rId4" Type="http://schemas.openxmlformats.org/officeDocument/2006/relationships/image" Target="../media/image3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1.mp4"/><Relationship Id="rId1" Type="http://schemas.microsoft.com/office/2007/relationships/media" Target="../media/media31.mp4"/><Relationship Id="rId4" Type="http://schemas.openxmlformats.org/officeDocument/2006/relationships/image" Target="../media/image3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2.mp4"/><Relationship Id="rId1" Type="http://schemas.microsoft.com/office/2007/relationships/media" Target="../media/media32.mp4"/><Relationship Id="rId4" Type="http://schemas.openxmlformats.org/officeDocument/2006/relationships/image" Target="../media/image3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3.mp4"/><Relationship Id="rId1" Type="http://schemas.microsoft.com/office/2007/relationships/media" Target="../media/media33.mp4"/><Relationship Id="rId4" Type="http://schemas.openxmlformats.org/officeDocument/2006/relationships/image" Target="../media/image3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4.mp4"/><Relationship Id="rId1" Type="http://schemas.microsoft.com/office/2007/relationships/media" Target="../media/media34.mp4"/><Relationship Id="rId4" Type="http://schemas.openxmlformats.org/officeDocument/2006/relationships/image" Target="../media/image3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7A909D-ECD0-E65F-4DFA-FF0436286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Pong World Tournament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B3C34A76-919D-78DC-3B04-75294C9ED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600" b="1" dirty="0"/>
              <a:t>Tournament Rules</a:t>
            </a:r>
          </a:p>
          <a:p>
            <a:pPr marL="0" indent="0">
              <a:buNone/>
            </a:pPr>
            <a:endParaRPr lang="en-US" sz="2600" dirty="0"/>
          </a:p>
          <a:p>
            <a:r>
              <a:rPr lang="en-US" sz="2600" dirty="0"/>
              <a:t>Players will be randomly assigned to a slot (Player 1 to Player 10).</a:t>
            </a:r>
          </a:p>
          <a:p>
            <a:r>
              <a:rPr lang="en-US" sz="2600" dirty="0"/>
              <a:t>Each match consists of </a:t>
            </a:r>
            <a:r>
              <a:rPr lang="en-US" sz="2600" b="1" dirty="0"/>
              <a:t>5 independent games</a:t>
            </a:r>
            <a:r>
              <a:rPr lang="en-US" sz="2600" dirty="0"/>
              <a:t>, with players </a:t>
            </a:r>
            <a:r>
              <a:rPr lang="en-US" sz="2600" b="1" dirty="0"/>
              <a:t>alternating sides</a:t>
            </a:r>
            <a:r>
              <a:rPr lang="en-US" sz="2600" dirty="0"/>
              <a:t> of the board.</a:t>
            </a:r>
          </a:p>
          <a:p>
            <a:r>
              <a:rPr lang="en-US" sz="2600" dirty="0"/>
              <a:t>The first player to win </a:t>
            </a:r>
            <a:r>
              <a:rPr lang="en-US" sz="2600" b="1" dirty="0"/>
              <a:t>3 or more games</a:t>
            </a:r>
            <a:r>
              <a:rPr lang="en-US" sz="2600" dirty="0"/>
              <a:t> wins the match.</a:t>
            </a:r>
          </a:p>
          <a:p>
            <a:r>
              <a:rPr lang="en-US" sz="2600" dirty="0"/>
              <a:t>Match winners advance to the next round and face new opponents.</a:t>
            </a:r>
          </a:p>
          <a:p>
            <a:r>
              <a:rPr lang="en-US" sz="2600" dirty="0"/>
              <a:t>The </a:t>
            </a:r>
            <a:r>
              <a:rPr lang="en-US" sz="2600" b="1" dirty="0"/>
              <a:t>tournament champion</a:t>
            </a:r>
            <a:r>
              <a:rPr lang="en-US" sz="2600" dirty="0"/>
              <a:t> earns </a:t>
            </a:r>
            <a:r>
              <a:rPr lang="en-US" sz="2600" b="1" dirty="0"/>
              <a:t>+1 extra point</a:t>
            </a:r>
            <a:r>
              <a:rPr lang="en-US"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6681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tabla&#10;&#10;El contenido generado por IA puede ser incorrecto.">
            <a:extLst>
              <a:ext uri="{FF2B5EF4-FFF2-40B4-BE49-F238E27FC236}">
                <a16:creationId xmlns:a16="http://schemas.microsoft.com/office/drawing/2014/main" id="{1660F164-1F10-9F66-2CA9-B822250508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32" r="1" b="1"/>
          <a:stretch>
            <a:fillRect/>
          </a:stretch>
        </p:blipFill>
        <p:spPr>
          <a:xfrm>
            <a:off x="5101771" y="10"/>
            <a:ext cx="7094361" cy="6857989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A34066D6-1B59-4642-A86D-39464CEE9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527208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18E928D9-3091-4385-B979-265D55AD0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03011">
            <a:off x="1718653" y="70086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E2B0C0-E551-1184-C3A5-FD1C3DC24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795509"/>
            <a:ext cx="4092525" cy="27986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Tournament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D602432-D774-4CF5-94E8-7D52D0105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1186" y="4626633"/>
            <a:ext cx="491961" cy="49196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BF9EBB4-5078-47B2-AAA0-DF4A88D81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27932" y="5011563"/>
            <a:ext cx="731558" cy="731558"/>
          </a:xfrm>
          <a:prstGeom prst="rect">
            <a:avLst/>
          </a:prstGeom>
          <a:noFill/>
          <a:ln w="127000">
            <a:solidFill>
              <a:schemeClr val="accent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3868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53741-6A94-3FBD-E546-624CDD932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ED3A317A-0292-F05F-9203-44B657C6FF30}"/>
              </a:ext>
            </a:extLst>
          </p:cNvPr>
          <p:cNvSpPr/>
          <p:nvPr/>
        </p:nvSpPr>
        <p:spPr>
          <a:xfrm>
            <a:off x="2603827" y="474080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6FC2FB18-72C1-BDE6-FFE4-F18468BE3BA4}"/>
              </a:ext>
            </a:extLst>
          </p:cNvPr>
          <p:cNvSpPr/>
          <p:nvPr/>
        </p:nvSpPr>
        <p:spPr>
          <a:xfrm>
            <a:off x="2603827" y="1576522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8FF70D5A-1BE4-95A9-DA31-AFC8D4850003}"/>
              </a:ext>
            </a:extLst>
          </p:cNvPr>
          <p:cNvSpPr/>
          <p:nvPr/>
        </p:nvSpPr>
        <p:spPr>
          <a:xfrm>
            <a:off x="2603827" y="224172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xx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70BCAEA2-4975-A395-7851-07363A006046}"/>
              </a:ext>
            </a:extLst>
          </p:cNvPr>
          <p:cNvSpPr/>
          <p:nvPr/>
        </p:nvSpPr>
        <p:spPr>
          <a:xfrm>
            <a:off x="2603827" y="280189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xx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414D2BE2-483D-16A8-D4F6-FA890E56F113}"/>
              </a:ext>
            </a:extLst>
          </p:cNvPr>
          <p:cNvSpPr/>
          <p:nvPr/>
        </p:nvSpPr>
        <p:spPr>
          <a:xfrm>
            <a:off x="2603827" y="372932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xx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A5470CD1-6D94-1043-AA0B-D965D6D40F22}"/>
              </a:ext>
            </a:extLst>
          </p:cNvPr>
          <p:cNvSpPr/>
          <p:nvPr/>
        </p:nvSpPr>
        <p:spPr>
          <a:xfrm>
            <a:off x="2603827" y="428949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xx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DEB58BD9-7561-B3F2-2EBD-3C56D45A0C0E}"/>
              </a:ext>
            </a:extLst>
          </p:cNvPr>
          <p:cNvSpPr/>
          <p:nvPr/>
        </p:nvSpPr>
        <p:spPr>
          <a:xfrm>
            <a:off x="2603827" y="517798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xx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69EBF6E4-2BC0-C8AE-F5D3-479CB389A422}"/>
              </a:ext>
            </a:extLst>
          </p:cNvPr>
          <p:cNvSpPr/>
          <p:nvPr/>
        </p:nvSpPr>
        <p:spPr>
          <a:xfrm>
            <a:off x="2603827" y="57381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xx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473E6D1F-C968-28A7-09BD-80DA7CA166B4}"/>
              </a:ext>
            </a:extLst>
          </p:cNvPr>
          <p:cNvSpPr/>
          <p:nvPr/>
        </p:nvSpPr>
        <p:spPr>
          <a:xfrm>
            <a:off x="5128724" y="1026977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9F958F2C-8CEF-B4EE-400F-D758E0BE5E3A}"/>
              </a:ext>
            </a:extLst>
          </p:cNvPr>
          <p:cNvSpPr/>
          <p:nvPr/>
        </p:nvSpPr>
        <p:spPr>
          <a:xfrm>
            <a:off x="4347565" y="698661"/>
            <a:ext cx="781159" cy="112240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1C8C2F2C-2421-1538-0C7A-21B863E49E1E}"/>
              </a:ext>
            </a:extLst>
          </p:cNvPr>
          <p:cNvSpPr/>
          <p:nvPr/>
        </p:nvSpPr>
        <p:spPr>
          <a:xfrm>
            <a:off x="5128724" y="247563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17" name="Cerrar llave 16">
            <a:extLst>
              <a:ext uri="{FF2B5EF4-FFF2-40B4-BE49-F238E27FC236}">
                <a16:creationId xmlns:a16="http://schemas.microsoft.com/office/drawing/2014/main" id="{CB164AAD-FF15-6B75-FD43-DBB2558E07ED}"/>
              </a:ext>
            </a:extLst>
          </p:cNvPr>
          <p:cNvSpPr/>
          <p:nvPr/>
        </p:nvSpPr>
        <p:spPr>
          <a:xfrm>
            <a:off x="4347565" y="2475637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365F4916-AA68-0F58-A02E-FFA7EF5BB3C0}"/>
              </a:ext>
            </a:extLst>
          </p:cNvPr>
          <p:cNvSpPr/>
          <p:nvPr/>
        </p:nvSpPr>
        <p:spPr>
          <a:xfrm>
            <a:off x="5128724" y="396324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19" name="Cerrar llave 18">
            <a:extLst>
              <a:ext uri="{FF2B5EF4-FFF2-40B4-BE49-F238E27FC236}">
                <a16:creationId xmlns:a16="http://schemas.microsoft.com/office/drawing/2014/main" id="{9CCE5FEB-D372-0A82-7F0E-50FEA14326EF}"/>
              </a:ext>
            </a:extLst>
          </p:cNvPr>
          <p:cNvSpPr/>
          <p:nvPr/>
        </p:nvSpPr>
        <p:spPr>
          <a:xfrm>
            <a:off x="4347565" y="396323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1884D916-A9F3-91D0-9CCD-17AECF40A9BB}"/>
              </a:ext>
            </a:extLst>
          </p:cNvPr>
          <p:cNvSpPr/>
          <p:nvPr/>
        </p:nvSpPr>
        <p:spPr>
          <a:xfrm>
            <a:off x="5128724" y="540615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1" name="Cerrar llave 20">
            <a:extLst>
              <a:ext uri="{FF2B5EF4-FFF2-40B4-BE49-F238E27FC236}">
                <a16:creationId xmlns:a16="http://schemas.microsoft.com/office/drawing/2014/main" id="{732C94CF-39D6-BF67-1A6E-B20C8730296D}"/>
              </a:ext>
            </a:extLst>
          </p:cNvPr>
          <p:cNvSpPr/>
          <p:nvPr/>
        </p:nvSpPr>
        <p:spPr>
          <a:xfrm>
            <a:off x="4347565" y="5406152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5FA730FE-1780-CF8C-5C67-E36D40BDFB12}"/>
              </a:ext>
            </a:extLst>
          </p:cNvPr>
          <p:cNvSpPr/>
          <p:nvPr/>
        </p:nvSpPr>
        <p:spPr>
          <a:xfrm>
            <a:off x="7653621" y="171220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3" name="Cerrar llave 22">
            <a:extLst>
              <a:ext uri="{FF2B5EF4-FFF2-40B4-BE49-F238E27FC236}">
                <a16:creationId xmlns:a16="http://schemas.microsoft.com/office/drawing/2014/main" id="{6AF90728-FEE5-E01F-0FBE-CF6D39AC6474}"/>
              </a:ext>
            </a:extLst>
          </p:cNvPr>
          <p:cNvSpPr/>
          <p:nvPr/>
        </p:nvSpPr>
        <p:spPr>
          <a:xfrm>
            <a:off x="6872462" y="1256771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8DEE0EE7-8E41-5DF0-870A-69E735B860FC}"/>
              </a:ext>
            </a:extLst>
          </p:cNvPr>
          <p:cNvSpPr/>
          <p:nvPr/>
        </p:nvSpPr>
        <p:spPr>
          <a:xfrm>
            <a:off x="7653621" y="46797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5" name="Cerrar llave 24">
            <a:extLst>
              <a:ext uri="{FF2B5EF4-FFF2-40B4-BE49-F238E27FC236}">
                <a16:creationId xmlns:a16="http://schemas.microsoft.com/office/drawing/2014/main" id="{6BC73F00-EB75-88AA-D64C-BC2D0EC22EE7}"/>
              </a:ext>
            </a:extLst>
          </p:cNvPr>
          <p:cNvSpPr/>
          <p:nvPr/>
        </p:nvSpPr>
        <p:spPr>
          <a:xfrm>
            <a:off x="6872462" y="4224329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932C214F-07EF-92F7-727B-D51866B8704C}"/>
              </a:ext>
            </a:extLst>
          </p:cNvPr>
          <p:cNvSpPr/>
          <p:nvPr/>
        </p:nvSpPr>
        <p:spPr>
          <a:xfrm>
            <a:off x="10178518" y="3195084"/>
            <a:ext cx="1743738" cy="4678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---</a:t>
            </a:r>
          </a:p>
        </p:txBody>
      </p:sp>
      <p:sp>
        <p:nvSpPr>
          <p:cNvPr id="31" name="Cerrar llave 30">
            <a:extLst>
              <a:ext uri="{FF2B5EF4-FFF2-40B4-BE49-F238E27FC236}">
                <a16:creationId xmlns:a16="http://schemas.microsoft.com/office/drawing/2014/main" id="{C93AFED0-2A06-344E-035A-5C008471A637}"/>
              </a:ext>
            </a:extLst>
          </p:cNvPr>
          <p:cNvSpPr/>
          <p:nvPr/>
        </p:nvSpPr>
        <p:spPr>
          <a:xfrm>
            <a:off x="9397359" y="1946118"/>
            <a:ext cx="781159" cy="296576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4D5E2DF4-A978-7314-47CF-CF0C393439AD}"/>
              </a:ext>
            </a:extLst>
          </p:cNvPr>
          <p:cNvSpPr/>
          <p:nvPr/>
        </p:nvSpPr>
        <p:spPr>
          <a:xfrm>
            <a:off x="78930" y="184175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xx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FA27FF0A-9F75-7C4D-F164-F7BF9CC0451F}"/>
              </a:ext>
            </a:extLst>
          </p:cNvPr>
          <p:cNvSpPr/>
          <p:nvPr/>
        </p:nvSpPr>
        <p:spPr>
          <a:xfrm>
            <a:off x="78930" y="74434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xx</a:t>
            </a:r>
          </a:p>
        </p:txBody>
      </p:sp>
      <p:sp>
        <p:nvSpPr>
          <p:cNvPr id="8" name="Cerrar llave 14">
            <a:extLst>
              <a:ext uri="{FF2B5EF4-FFF2-40B4-BE49-F238E27FC236}">
                <a16:creationId xmlns:a16="http://schemas.microsoft.com/office/drawing/2014/main" id="{41EBF49B-C54C-53E1-ED59-E196D9808184}"/>
              </a:ext>
            </a:extLst>
          </p:cNvPr>
          <p:cNvSpPr/>
          <p:nvPr/>
        </p:nvSpPr>
        <p:spPr>
          <a:xfrm>
            <a:off x="1822668" y="41808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A2507DA5-0770-84E9-0FB2-3C003CC53096}"/>
              </a:ext>
            </a:extLst>
          </p:cNvPr>
          <p:cNvSpPr/>
          <p:nvPr/>
        </p:nvSpPr>
        <p:spPr>
          <a:xfrm>
            <a:off x="78930" y="130452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xx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469F104A-5501-D86B-8782-8A97BD3A044F}"/>
              </a:ext>
            </a:extLst>
          </p:cNvPr>
          <p:cNvSpPr/>
          <p:nvPr/>
        </p:nvSpPr>
        <p:spPr>
          <a:xfrm>
            <a:off x="78930" y="186469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xx</a:t>
            </a:r>
          </a:p>
        </p:txBody>
      </p:sp>
      <p:sp>
        <p:nvSpPr>
          <p:cNvPr id="27" name="Cerrar llave 14">
            <a:extLst>
              <a:ext uri="{FF2B5EF4-FFF2-40B4-BE49-F238E27FC236}">
                <a16:creationId xmlns:a16="http://schemas.microsoft.com/office/drawing/2014/main" id="{82124040-C6E7-41BE-2DB0-D4B82935ACE1}"/>
              </a:ext>
            </a:extLst>
          </p:cNvPr>
          <p:cNvSpPr/>
          <p:nvPr/>
        </p:nvSpPr>
        <p:spPr>
          <a:xfrm>
            <a:off x="1822668" y="1538435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B6E340A-9A37-2520-8844-696501ABCAE5}"/>
              </a:ext>
            </a:extLst>
          </p:cNvPr>
          <p:cNvSpPr txBox="1"/>
          <p:nvPr/>
        </p:nvSpPr>
        <p:spPr>
          <a:xfrm>
            <a:off x="233295" y="6397890"/>
            <a:ext cx="1369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Initial round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0C34350-1DFC-47BF-F19E-D2422A999AF5}"/>
              </a:ext>
            </a:extLst>
          </p:cNvPr>
          <p:cNvSpPr txBox="1"/>
          <p:nvPr/>
        </p:nvSpPr>
        <p:spPr>
          <a:xfrm>
            <a:off x="2702664" y="6394030"/>
            <a:ext cx="154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Quarter finals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98F903A-A110-EC33-C492-FDCC054EFA4F}"/>
              </a:ext>
            </a:extLst>
          </p:cNvPr>
          <p:cNvSpPr txBox="1"/>
          <p:nvPr/>
        </p:nvSpPr>
        <p:spPr>
          <a:xfrm>
            <a:off x="5384078" y="6394030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Semifinals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9F00D28-DE96-0CEF-ECC3-164E2BE5584D}"/>
              </a:ext>
            </a:extLst>
          </p:cNvPr>
          <p:cNvSpPr txBox="1"/>
          <p:nvPr/>
        </p:nvSpPr>
        <p:spPr>
          <a:xfrm>
            <a:off x="8192033" y="6394030"/>
            <a:ext cx="66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3878455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Vídeo 4">
            <a:hlinkClick r:id="" action="ppaction://media"/>
            <a:extLst>
              <a:ext uri="{FF2B5EF4-FFF2-40B4-BE49-F238E27FC236}">
                <a16:creationId xmlns:a16="http://schemas.microsoft.com/office/drawing/2014/main" id="{AD7277E4-268D-4E68-84FF-066F2E2531A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33840" y="228600"/>
            <a:ext cx="7448119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324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72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71DAF-4E9A-74BB-CE69-CFC69F83E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E3CFA830-5B5B-05E1-5E1F-81223B797A15}"/>
              </a:ext>
            </a:extLst>
          </p:cNvPr>
          <p:cNvSpPr/>
          <p:nvPr/>
        </p:nvSpPr>
        <p:spPr>
          <a:xfrm>
            <a:off x="2603827" y="474080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2FFAA33B-D0D5-14B3-DCCC-E200D5EE927F}"/>
              </a:ext>
            </a:extLst>
          </p:cNvPr>
          <p:cNvSpPr/>
          <p:nvPr/>
        </p:nvSpPr>
        <p:spPr>
          <a:xfrm>
            <a:off x="2603827" y="1576522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FD6A518D-B72C-1CB4-F57E-C482CE784BE2}"/>
              </a:ext>
            </a:extLst>
          </p:cNvPr>
          <p:cNvSpPr/>
          <p:nvPr/>
        </p:nvSpPr>
        <p:spPr>
          <a:xfrm>
            <a:off x="2603827" y="224172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09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5E52497F-FAF4-AD1D-A68B-3B4B59D3822F}"/>
              </a:ext>
            </a:extLst>
          </p:cNvPr>
          <p:cNvSpPr/>
          <p:nvPr/>
        </p:nvSpPr>
        <p:spPr>
          <a:xfrm>
            <a:off x="2603827" y="280189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01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296E9E92-B92A-89A7-F27A-21B99884AA89}"/>
              </a:ext>
            </a:extLst>
          </p:cNvPr>
          <p:cNvSpPr/>
          <p:nvPr/>
        </p:nvSpPr>
        <p:spPr>
          <a:xfrm>
            <a:off x="2603827" y="372932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07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0174EF6C-BB00-3039-971F-2FEC54A131AB}"/>
              </a:ext>
            </a:extLst>
          </p:cNvPr>
          <p:cNvSpPr/>
          <p:nvPr/>
        </p:nvSpPr>
        <p:spPr>
          <a:xfrm>
            <a:off x="2603827" y="428949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02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C22CDA14-6E01-E692-11ED-13946B9FE2AC}"/>
              </a:ext>
            </a:extLst>
          </p:cNvPr>
          <p:cNvSpPr/>
          <p:nvPr/>
        </p:nvSpPr>
        <p:spPr>
          <a:xfrm>
            <a:off x="2603827" y="517798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05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94C88311-6F53-0A5F-10E4-761D98CA3E65}"/>
              </a:ext>
            </a:extLst>
          </p:cNvPr>
          <p:cNvSpPr/>
          <p:nvPr/>
        </p:nvSpPr>
        <p:spPr>
          <a:xfrm>
            <a:off x="2603827" y="57381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08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00B653D2-298E-1179-219C-BA78A8332E8F}"/>
              </a:ext>
            </a:extLst>
          </p:cNvPr>
          <p:cNvSpPr/>
          <p:nvPr/>
        </p:nvSpPr>
        <p:spPr>
          <a:xfrm>
            <a:off x="5128724" y="1026977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6F437E8A-BF2E-5BFD-7AA2-2303FCBA4981}"/>
              </a:ext>
            </a:extLst>
          </p:cNvPr>
          <p:cNvSpPr/>
          <p:nvPr/>
        </p:nvSpPr>
        <p:spPr>
          <a:xfrm>
            <a:off x="4347565" y="698661"/>
            <a:ext cx="781159" cy="112240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4FF0C326-07B3-DD5F-E6EC-0CEAC2D7C0A0}"/>
              </a:ext>
            </a:extLst>
          </p:cNvPr>
          <p:cNvSpPr/>
          <p:nvPr/>
        </p:nvSpPr>
        <p:spPr>
          <a:xfrm>
            <a:off x="5128724" y="247563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17" name="Cerrar llave 16">
            <a:extLst>
              <a:ext uri="{FF2B5EF4-FFF2-40B4-BE49-F238E27FC236}">
                <a16:creationId xmlns:a16="http://schemas.microsoft.com/office/drawing/2014/main" id="{12C268D8-C01A-2724-FC18-9F0F6603E0BE}"/>
              </a:ext>
            </a:extLst>
          </p:cNvPr>
          <p:cNvSpPr/>
          <p:nvPr/>
        </p:nvSpPr>
        <p:spPr>
          <a:xfrm>
            <a:off x="4347565" y="2475637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88EAE0AD-B592-8275-4779-FF84B774A786}"/>
              </a:ext>
            </a:extLst>
          </p:cNvPr>
          <p:cNvSpPr/>
          <p:nvPr/>
        </p:nvSpPr>
        <p:spPr>
          <a:xfrm>
            <a:off x="5128724" y="396324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19" name="Cerrar llave 18">
            <a:extLst>
              <a:ext uri="{FF2B5EF4-FFF2-40B4-BE49-F238E27FC236}">
                <a16:creationId xmlns:a16="http://schemas.microsoft.com/office/drawing/2014/main" id="{B4EF1630-4624-6B13-4D6F-2949A9ABE11D}"/>
              </a:ext>
            </a:extLst>
          </p:cNvPr>
          <p:cNvSpPr/>
          <p:nvPr/>
        </p:nvSpPr>
        <p:spPr>
          <a:xfrm>
            <a:off x="4347565" y="396323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257632D6-A334-7951-83C0-C47BEE0ABBC6}"/>
              </a:ext>
            </a:extLst>
          </p:cNvPr>
          <p:cNvSpPr/>
          <p:nvPr/>
        </p:nvSpPr>
        <p:spPr>
          <a:xfrm>
            <a:off x="5128724" y="540615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1" name="Cerrar llave 20">
            <a:extLst>
              <a:ext uri="{FF2B5EF4-FFF2-40B4-BE49-F238E27FC236}">
                <a16:creationId xmlns:a16="http://schemas.microsoft.com/office/drawing/2014/main" id="{FFDA6876-657F-9EA2-1FBD-0855AC7BC549}"/>
              </a:ext>
            </a:extLst>
          </p:cNvPr>
          <p:cNvSpPr/>
          <p:nvPr/>
        </p:nvSpPr>
        <p:spPr>
          <a:xfrm>
            <a:off x="4347565" y="5406152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B3C57CE9-9B31-262A-8FCF-6E131218F15C}"/>
              </a:ext>
            </a:extLst>
          </p:cNvPr>
          <p:cNvSpPr/>
          <p:nvPr/>
        </p:nvSpPr>
        <p:spPr>
          <a:xfrm>
            <a:off x="7653621" y="171220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3" name="Cerrar llave 22">
            <a:extLst>
              <a:ext uri="{FF2B5EF4-FFF2-40B4-BE49-F238E27FC236}">
                <a16:creationId xmlns:a16="http://schemas.microsoft.com/office/drawing/2014/main" id="{2B615DAC-EAA4-22A0-654C-6CCDD05AED2A}"/>
              </a:ext>
            </a:extLst>
          </p:cNvPr>
          <p:cNvSpPr/>
          <p:nvPr/>
        </p:nvSpPr>
        <p:spPr>
          <a:xfrm>
            <a:off x="6872462" y="1256771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59EA5EEB-0C62-4F3A-B69F-BA50C1FF9A43}"/>
              </a:ext>
            </a:extLst>
          </p:cNvPr>
          <p:cNvSpPr/>
          <p:nvPr/>
        </p:nvSpPr>
        <p:spPr>
          <a:xfrm>
            <a:off x="7653621" y="46797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5" name="Cerrar llave 24">
            <a:extLst>
              <a:ext uri="{FF2B5EF4-FFF2-40B4-BE49-F238E27FC236}">
                <a16:creationId xmlns:a16="http://schemas.microsoft.com/office/drawing/2014/main" id="{0F038257-A48D-AD7E-AB25-5D63C30E7461}"/>
              </a:ext>
            </a:extLst>
          </p:cNvPr>
          <p:cNvSpPr/>
          <p:nvPr/>
        </p:nvSpPr>
        <p:spPr>
          <a:xfrm>
            <a:off x="6872462" y="4224329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F13C1C57-5B98-A27B-34E3-F89CCE96BC68}"/>
              </a:ext>
            </a:extLst>
          </p:cNvPr>
          <p:cNvSpPr/>
          <p:nvPr/>
        </p:nvSpPr>
        <p:spPr>
          <a:xfrm>
            <a:off x="10178518" y="3195084"/>
            <a:ext cx="1743738" cy="4678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---</a:t>
            </a:r>
          </a:p>
        </p:txBody>
      </p:sp>
      <p:sp>
        <p:nvSpPr>
          <p:cNvPr id="31" name="Cerrar llave 30">
            <a:extLst>
              <a:ext uri="{FF2B5EF4-FFF2-40B4-BE49-F238E27FC236}">
                <a16:creationId xmlns:a16="http://schemas.microsoft.com/office/drawing/2014/main" id="{98E531C8-D0E6-4683-9D80-CE533A85AA21}"/>
              </a:ext>
            </a:extLst>
          </p:cNvPr>
          <p:cNvSpPr/>
          <p:nvPr/>
        </p:nvSpPr>
        <p:spPr>
          <a:xfrm>
            <a:off x="9397359" y="1946118"/>
            <a:ext cx="781159" cy="296576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0724C6A9-9859-5A66-62CF-B6AFF999C8C6}"/>
              </a:ext>
            </a:extLst>
          </p:cNvPr>
          <p:cNvSpPr/>
          <p:nvPr/>
        </p:nvSpPr>
        <p:spPr>
          <a:xfrm>
            <a:off x="78930" y="184175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04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045FD3DE-5E62-C5B8-63DD-8BCDB92E1EBD}"/>
              </a:ext>
            </a:extLst>
          </p:cNvPr>
          <p:cNvSpPr/>
          <p:nvPr/>
        </p:nvSpPr>
        <p:spPr>
          <a:xfrm>
            <a:off x="78930" y="74434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06</a:t>
            </a:r>
          </a:p>
        </p:txBody>
      </p:sp>
      <p:sp>
        <p:nvSpPr>
          <p:cNvPr id="8" name="Cerrar llave 14">
            <a:extLst>
              <a:ext uri="{FF2B5EF4-FFF2-40B4-BE49-F238E27FC236}">
                <a16:creationId xmlns:a16="http://schemas.microsoft.com/office/drawing/2014/main" id="{D85D3F85-050F-56D9-8338-9C97BF881E87}"/>
              </a:ext>
            </a:extLst>
          </p:cNvPr>
          <p:cNvSpPr/>
          <p:nvPr/>
        </p:nvSpPr>
        <p:spPr>
          <a:xfrm>
            <a:off x="1822668" y="41808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2A9DE7DB-9C4B-5FCE-8A5C-2C6D7734FC1F}"/>
              </a:ext>
            </a:extLst>
          </p:cNvPr>
          <p:cNvSpPr/>
          <p:nvPr/>
        </p:nvSpPr>
        <p:spPr>
          <a:xfrm>
            <a:off x="78930" y="130452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10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C657718C-D6E6-3260-20CE-DD587BA486DE}"/>
              </a:ext>
            </a:extLst>
          </p:cNvPr>
          <p:cNvSpPr/>
          <p:nvPr/>
        </p:nvSpPr>
        <p:spPr>
          <a:xfrm>
            <a:off x="78930" y="186469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03</a:t>
            </a:r>
          </a:p>
        </p:txBody>
      </p:sp>
      <p:sp>
        <p:nvSpPr>
          <p:cNvPr id="27" name="Cerrar llave 14">
            <a:extLst>
              <a:ext uri="{FF2B5EF4-FFF2-40B4-BE49-F238E27FC236}">
                <a16:creationId xmlns:a16="http://schemas.microsoft.com/office/drawing/2014/main" id="{4EA5EE37-8B00-DD32-C633-F824339CCFDD}"/>
              </a:ext>
            </a:extLst>
          </p:cNvPr>
          <p:cNvSpPr/>
          <p:nvPr/>
        </p:nvSpPr>
        <p:spPr>
          <a:xfrm>
            <a:off x="1822668" y="1538435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D2D0E33-CFDA-A1DF-3343-7BBD80814295}"/>
              </a:ext>
            </a:extLst>
          </p:cNvPr>
          <p:cNvSpPr txBox="1"/>
          <p:nvPr/>
        </p:nvSpPr>
        <p:spPr>
          <a:xfrm>
            <a:off x="233295" y="6397890"/>
            <a:ext cx="1369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Initial round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4B6CAEA-1017-414B-9400-CC62652CFD3F}"/>
              </a:ext>
            </a:extLst>
          </p:cNvPr>
          <p:cNvSpPr txBox="1"/>
          <p:nvPr/>
        </p:nvSpPr>
        <p:spPr>
          <a:xfrm>
            <a:off x="2702664" y="6394030"/>
            <a:ext cx="154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Quarter finals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AFA22B4B-72DA-6796-C46F-D4D89E2D7350}"/>
              </a:ext>
            </a:extLst>
          </p:cNvPr>
          <p:cNvSpPr txBox="1"/>
          <p:nvPr/>
        </p:nvSpPr>
        <p:spPr>
          <a:xfrm>
            <a:off x="5384078" y="6394030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Semifinals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B4E67732-A63E-244F-E051-2D4F841E4C21}"/>
              </a:ext>
            </a:extLst>
          </p:cNvPr>
          <p:cNvSpPr txBox="1"/>
          <p:nvPr/>
        </p:nvSpPr>
        <p:spPr>
          <a:xfrm>
            <a:off x="8192033" y="6394030"/>
            <a:ext cx="66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188914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0B8F79-456E-D536-BBC3-4A737CA0B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tabla&#10;&#10;El contenido generado por IA puede ser incorrecto.">
            <a:extLst>
              <a:ext uri="{FF2B5EF4-FFF2-40B4-BE49-F238E27FC236}">
                <a16:creationId xmlns:a16="http://schemas.microsoft.com/office/drawing/2014/main" id="{7EB91157-B938-4A0F-555D-CEBDC2011D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32" r="1" b="1"/>
          <a:stretch>
            <a:fillRect/>
          </a:stretch>
        </p:blipFill>
        <p:spPr>
          <a:xfrm>
            <a:off x="5101771" y="10"/>
            <a:ext cx="7094361" cy="6857989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ABDF2F9E-CC17-04FF-427F-25D7B20BE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527208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AA938463-03FF-9523-4CAD-C9D0CF524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03011">
            <a:off x="1718653" y="70086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652AAD-866C-C876-AEC3-521B409AE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795509"/>
            <a:ext cx="4092525" cy="27986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Initial Round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8BBC46F-2E5A-DF03-7798-72678A782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1186" y="4626633"/>
            <a:ext cx="491961" cy="49196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B57AE60-5958-F405-9272-99835EC02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27932" y="5011563"/>
            <a:ext cx="731558" cy="731558"/>
          </a:xfrm>
          <a:prstGeom prst="rect">
            <a:avLst/>
          </a:prstGeom>
          <a:noFill/>
          <a:ln w="127000">
            <a:solidFill>
              <a:schemeClr val="accent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6794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553DC-5209-2078-E64F-BAC61E0E1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C4A95554-473B-1D85-3AB1-3BB99D4D5DEE}"/>
              </a:ext>
            </a:extLst>
          </p:cNvPr>
          <p:cNvSpPr/>
          <p:nvPr/>
        </p:nvSpPr>
        <p:spPr>
          <a:xfrm>
            <a:off x="2603827" y="474080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8AA026EA-6F13-D593-CDF9-DBDF5DA46DE9}"/>
              </a:ext>
            </a:extLst>
          </p:cNvPr>
          <p:cNvSpPr/>
          <p:nvPr/>
        </p:nvSpPr>
        <p:spPr>
          <a:xfrm>
            <a:off x="2603827" y="1576522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F710C217-2E4A-3B9F-538E-CBD29FD25924}"/>
              </a:ext>
            </a:extLst>
          </p:cNvPr>
          <p:cNvSpPr/>
          <p:nvPr/>
        </p:nvSpPr>
        <p:spPr>
          <a:xfrm>
            <a:off x="2603827" y="224172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09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366FC6D2-D595-A983-D3ED-70DC1633FF94}"/>
              </a:ext>
            </a:extLst>
          </p:cNvPr>
          <p:cNvSpPr/>
          <p:nvPr/>
        </p:nvSpPr>
        <p:spPr>
          <a:xfrm>
            <a:off x="2603827" y="280189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01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BD4149E5-8D84-236A-0FEF-BCB8AF1971EB}"/>
              </a:ext>
            </a:extLst>
          </p:cNvPr>
          <p:cNvSpPr/>
          <p:nvPr/>
        </p:nvSpPr>
        <p:spPr>
          <a:xfrm>
            <a:off x="2603827" y="372932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07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E5450747-9C9F-C1BF-FBC7-A91791718D60}"/>
              </a:ext>
            </a:extLst>
          </p:cNvPr>
          <p:cNvSpPr/>
          <p:nvPr/>
        </p:nvSpPr>
        <p:spPr>
          <a:xfrm>
            <a:off x="2603827" y="428949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02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0019715C-D3FA-819B-91E4-DED54C54BE10}"/>
              </a:ext>
            </a:extLst>
          </p:cNvPr>
          <p:cNvSpPr/>
          <p:nvPr/>
        </p:nvSpPr>
        <p:spPr>
          <a:xfrm>
            <a:off x="2603827" y="517798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05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CADD3268-70EF-731F-B7B5-5734D7F2CB82}"/>
              </a:ext>
            </a:extLst>
          </p:cNvPr>
          <p:cNvSpPr/>
          <p:nvPr/>
        </p:nvSpPr>
        <p:spPr>
          <a:xfrm>
            <a:off x="2603827" y="57381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08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06CB6431-A9DB-3D57-E913-48595220A00B}"/>
              </a:ext>
            </a:extLst>
          </p:cNvPr>
          <p:cNvSpPr/>
          <p:nvPr/>
        </p:nvSpPr>
        <p:spPr>
          <a:xfrm>
            <a:off x="5128724" y="1026977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4EFE2955-E1B6-2499-D5A8-4DA1690ED030}"/>
              </a:ext>
            </a:extLst>
          </p:cNvPr>
          <p:cNvSpPr/>
          <p:nvPr/>
        </p:nvSpPr>
        <p:spPr>
          <a:xfrm>
            <a:off x="4347565" y="698661"/>
            <a:ext cx="781159" cy="112240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2F1F57EA-77AE-E640-9627-A0CCC89D2692}"/>
              </a:ext>
            </a:extLst>
          </p:cNvPr>
          <p:cNvSpPr/>
          <p:nvPr/>
        </p:nvSpPr>
        <p:spPr>
          <a:xfrm>
            <a:off x="5128724" y="247563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17" name="Cerrar llave 16">
            <a:extLst>
              <a:ext uri="{FF2B5EF4-FFF2-40B4-BE49-F238E27FC236}">
                <a16:creationId xmlns:a16="http://schemas.microsoft.com/office/drawing/2014/main" id="{B090C70D-863D-14EB-4F71-3A16F278FD89}"/>
              </a:ext>
            </a:extLst>
          </p:cNvPr>
          <p:cNvSpPr/>
          <p:nvPr/>
        </p:nvSpPr>
        <p:spPr>
          <a:xfrm>
            <a:off x="4347565" y="2475637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34DA5EBB-4C1F-8527-5F83-44671A5268B9}"/>
              </a:ext>
            </a:extLst>
          </p:cNvPr>
          <p:cNvSpPr/>
          <p:nvPr/>
        </p:nvSpPr>
        <p:spPr>
          <a:xfrm>
            <a:off x="5128724" y="396324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19" name="Cerrar llave 18">
            <a:extLst>
              <a:ext uri="{FF2B5EF4-FFF2-40B4-BE49-F238E27FC236}">
                <a16:creationId xmlns:a16="http://schemas.microsoft.com/office/drawing/2014/main" id="{36A0DD8E-246C-5DEF-2E4B-781DB31D9E5E}"/>
              </a:ext>
            </a:extLst>
          </p:cNvPr>
          <p:cNvSpPr/>
          <p:nvPr/>
        </p:nvSpPr>
        <p:spPr>
          <a:xfrm>
            <a:off x="4347565" y="396323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EB0DD869-5D88-8781-C763-A2220E0F454C}"/>
              </a:ext>
            </a:extLst>
          </p:cNvPr>
          <p:cNvSpPr/>
          <p:nvPr/>
        </p:nvSpPr>
        <p:spPr>
          <a:xfrm>
            <a:off x="5128724" y="540615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1" name="Cerrar llave 20">
            <a:extLst>
              <a:ext uri="{FF2B5EF4-FFF2-40B4-BE49-F238E27FC236}">
                <a16:creationId xmlns:a16="http://schemas.microsoft.com/office/drawing/2014/main" id="{616C84A4-41CA-F1D3-0F4A-EE6C39365604}"/>
              </a:ext>
            </a:extLst>
          </p:cNvPr>
          <p:cNvSpPr/>
          <p:nvPr/>
        </p:nvSpPr>
        <p:spPr>
          <a:xfrm>
            <a:off x="4347565" y="5406152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CFF0D252-C1FE-0570-D02A-1175838BBB86}"/>
              </a:ext>
            </a:extLst>
          </p:cNvPr>
          <p:cNvSpPr/>
          <p:nvPr/>
        </p:nvSpPr>
        <p:spPr>
          <a:xfrm>
            <a:off x="7653621" y="171220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3" name="Cerrar llave 22">
            <a:extLst>
              <a:ext uri="{FF2B5EF4-FFF2-40B4-BE49-F238E27FC236}">
                <a16:creationId xmlns:a16="http://schemas.microsoft.com/office/drawing/2014/main" id="{783CCF53-71A1-ECEF-EDA3-9C919D1AFFA4}"/>
              </a:ext>
            </a:extLst>
          </p:cNvPr>
          <p:cNvSpPr/>
          <p:nvPr/>
        </p:nvSpPr>
        <p:spPr>
          <a:xfrm>
            <a:off x="6872462" y="1256771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F95CF954-2BF2-29E5-5F60-940E479B1FB8}"/>
              </a:ext>
            </a:extLst>
          </p:cNvPr>
          <p:cNvSpPr/>
          <p:nvPr/>
        </p:nvSpPr>
        <p:spPr>
          <a:xfrm>
            <a:off x="7653621" y="46797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5" name="Cerrar llave 24">
            <a:extLst>
              <a:ext uri="{FF2B5EF4-FFF2-40B4-BE49-F238E27FC236}">
                <a16:creationId xmlns:a16="http://schemas.microsoft.com/office/drawing/2014/main" id="{B918D9A5-AABB-A0C7-3DB9-2559244AA5FE}"/>
              </a:ext>
            </a:extLst>
          </p:cNvPr>
          <p:cNvSpPr/>
          <p:nvPr/>
        </p:nvSpPr>
        <p:spPr>
          <a:xfrm>
            <a:off x="6872462" y="4224329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AC2281A0-C081-C6F5-B271-B2F17129E2DA}"/>
              </a:ext>
            </a:extLst>
          </p:cNvPr>
          <p:cNvSpPr/>
          <p:nvPr/>
        </p:nvSpPr>
        <p:spPr>
          <a:xfrm>
            <a:off x="10178518" y="3195084"/>
            <a:ext cx="1743738" cy="4678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---</a:t>
            </a:r>
          </a:p>
        </p:txBody>
      </p:sp>
      <p:sp>
        <p:nvSpPr>
          <p:cNvPr id="31" name="Cerrar llave 30">
            <a:extLst>
              <a:ext uri="{FF2B5EF4-FFF2-40B4-BE49-F238E27FC236}">
                <a16:creationId xmlns:a16="http://schemas.microsoft.com/office/drawing/2014/main" id="{565E7663-991B-DDC6-DDAD-F734672ABFCC}"/>
              </a:ext>
            </a:extLst>
          </p:cNvPr>
          <p:cNvSpPr/>
          <p:nvPr/>
        </p:nvSpPr>
        <p:spPr>
          <a:xfrm>
            <a:off x="9397359" y="1946118"/>
            <a:ext cx="781159" cy="296576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E8DF8A68-C571-85FF-4983-E033B6C4BC0B}"/>
              </a:ext>
            </a:extLst>
          </p:cNvPr>
          <p:cNvSpPr/>
          <p:nvPr/>
        </p:nvSpPr>
        <p:spPr>
          <a:xfrm>
            <a:off x="78930" y="184175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04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C53EE1B2-DB02-7E19-DE0B-6565D90F8E73}"/>
              </a:ext>
            </a:extLst>
          </p:cNvPr>
          <p:cNvSpPr/>
          <p:nvPr/>
        </p:nvSpPr>
        <p:spPr>
          <a:xfrm>
            <a:off x="78930" y="74434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06</a:t>
            </a:r>
          </a:p>
        </p:txBody>
      </p:sp>
      <p:sp>
        <p:nvSpPr>
          <p:cNvPr id="8" name="Cerrar llave 14">
            <a:extLst>
              <a:ext uri="{FF2B5EF4-FFF2-40B4-BE49-F238E27FC236}">
                <a16:creationId xmlns:a16="http://schemas.microsoft.com/office/drawing/2014/main" id="{A69EA2AA-A5C6-104A-EF3B-D71B6F9B86D8}"/>
              </a:ext>
            </a:extLst>
          </p:cNvPr>
          <p:cNvSpPr/>
          <p:nvPr/>
        </p:nvSpPr>
        <p:spPr>
          <a:xfrm>
            <a:off x="1822668" y="41808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6E33AF2A-90BB-62BF-30DE-40995ED59510}"/>
              </a:ext>
            </a:extLst>
          </p:cNvPr>
          <p:cNvSpPr/>
          <p:nvPr/>
        </p:nvSpPr>
        <p:spPr>
          <a:xfrm>
            <a:off x="78930" y="130452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10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02F5BD03-8295-7A47-BCDF-CA0FB48A7EA9}"/>
              </a:ext>
            </a:extLst>
          </p:cNvPr>
          <p:cNvSpPr/>
          <p:nvPr/>
        </p:nvSpPr>
        <p:spPr>
          <a:xfrm>
            <a:off x="78930" y="186469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03</a:t>
            </a:r>
          </a:p>
        </p:txBody>
      </p:sp>
      <p:sp>
        <p:nvSpPr>
          <p:cNvPr id="27" name="Cerrar llave 14">
            <a:extLst>
              <a:ext uri="{FF2B5EF4-FFF2-40B4-BE49-F238E27FC236}">
                <a16:creationId xmlns:a16="http://schemas.microsoft.com/office/drawing/2014/main" id="{0A1528A0-DEAC-6251-8D1F-5FDBECF45DA7}"/>
              </a:ext>
            </a:extLst>
          </p:cNvPr>
          <p:cNvSpPr/>
          <p:nvPr/>
        </p:nvSpPr>
        <p:spPr>
          <a:xfrm>
            <a:off x="1822668" y="1538435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7ED6A19-DE78-7B14-08AF-A6335BFAF35F}"/>
              </a:ext>
            </a:extLst>
          </p:cNvPr>
          <p:cNvSpPr txBox="1"/>
          <p:nvPr/>
        </p:nvSpPr>
        <p:spPr>
          <a:xfrm>
            <a:off x="233295" y="6397890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Initial Round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1045E4D-A2C5-1082-0768-6FAAAB809FFA}"/>
              </a:ext>
            </a:extLst>
          </p:cNvPr>
          <p:cNvSpPr txBox="1"/>
          <p:nvPr/>
        </p:nvSpPr>
        <p:spPr>
          <a:xfrm>
            <a:off x="2702664" y="6394030"/>
            <a:ext cx="154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Quarter finals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1C99E3A-9839-8F60-8848-AB7705F3F347}"/>
              </a:ext>
            </a:extLst>
          </p:cNvPr>
          <p:cNvSpPr txBox="1"/>
          <p:nvPr/>
        </p:nvSpPr>
        <p:spPr>
          <a:xfrm>
            <a:off x="5384078" y="6394030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Semifinals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1533384-225E-4493-6D83-43B72D8242B4}"/>
              </a:ext>
            </a:extLst>
          </p:cNvPr>
          <p:cNvSpPr txBox="1"/>
          <p:nvPr/>
        </p:nvSpPr>
        <p:spPr>
          <a:xfrm>
            <a:off x="8192033" y="6394030"/>
            <a:ext cx="66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3883393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6ABFC3-3F99-330F-690B-BFF31E82C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04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06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1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04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0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06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0</a:t>
            </a:r>
          </a:p>
        </p:txBody>
      </p:sp>
      <p:pic>
        <p:nvPicPr>
          <p:cNvPr id="3" name="M1-04_06_v2">
            <a:hlinkClick r:id="" action="ppaction://media"/>
            <a:extLst>
              <a:ext uri="{FF2B5EF4-FFF2-40B4-BE49-F238E27FC236}">
                <a16:creationId xmlns:a16="http://schemas.microsoft.com/office/drawing/2014/main" id="{58FF110F-CB97-4619-DB90-F5BE1C64562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5032" y="685800"/>
            <a:ext cx="4181168" cy="548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12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38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pic>
        <p:nvPicPr>
          <p:cNvPr id="4" name="M2-06_04_v2">
            <a:hlinkClick r:id="" action="ppaction://media"/>
            <a:extLst>
              <a:ext uri="{FF2B5EF4-FFF2-40B4-BE49-F238E27FC236}">
                <a16:creationId xmlns:a16="http://schemas.microsoft.com/office/drawing/2014/main" id="{12787EC1-5607-8F4B-E5DF-2B25DB91A1F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0" y="685800"/>
            <a:ext cx="4191000" cy="5500688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6BD94EEA-D611-CC9A-504E-28F7CE6DB37F}"/>
              </a:ext>
            </a:extLst>
          </p:cNvPr>
          <p:cNvSpPr txBox="1">
            <a:spLocks/>
          </p:cNvSpPr>
          <p:nvPr/>
        </p:nvSpPr>
        <p:spPr>
          <a:xfrm>
            <a:off x="1472608" y="1380564"/>
            <a:ext cx="4561369" cy="3687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2"/>
                </a:solidFill>
              </a:rPr>
              <a:t>Group 04 </a:t>
            </a:r>
            <a:r>
              <a:rPr lang="en-US" sz="3200" dirty="0">
                <a:solidFill>
                  <a:schemeClr val="accent2"/>
                </a:solidFill>
              </a:rPr>
              <a:t>vs</a:t>
            </a:r>
            <a:r>
              <a:rPr lang="en-US" sz="3200" b="1" dirty="0">
                <a:solidFill>
                  <a:schemeClr val="accent2"/>
                </a:solidFill>
              </a:rPr>
              <a:t> Group 06</a:t>
            </a:r>
            <a:br>
              <a:rPr lang="en-US" sz="3200" b="1" dirty="0">
                <a:solidFill>
                  <a:srgbClr val="595959"/>
                </a:solidFill>
              </a:rPr>
            </a:br>
            <a:br>
              <a:rPr lang="en-US" sz="3200" b="1" dirty="0">
                <a:solidFill>
                  <a:srgbClr val="595959"/>
                </a:solidFill>
              </a:rPr>
            </a:br>
            <a:r>
              <a:rPr lang="en-US" sz="3200" b="1" dirty="0">
                <a:solidFill>
                  <a:srgbClr val="595959"/>
                </a:solidFill>
              </a:rPr>
              <a:t>Match 2 / 5</a:t>
            </a:r>
            <a:br>
              <a:rPr lang="en-US" sz="3200" b="1" dirty="0">
                <a:solidFill>
                  <a:srgbClr val="595959"/>
                </a:solidFill>
              </a:rPr>
            </a:br>
            <a:br>
              <a:rPr lang="en-US" sz="3200" dirty="0">
                <a:solidFill>
                  <a:srgbClr val="595959"/>
                </a:solidFill>
              </a:rPr>
            </a:br>
            <a:r>
              <a:rPr lang="en-US" sz="3200" u="sng" dirty="0">
                <a:solidFill>
                  <a:srgbClr val="595959"/>
                </a:solidFill>
              </a:rPr>
              <a:t>Group 04</a:t>
            </a:r>
            <a:r>
              <a:rPr lang="en-US" sz="3200" dirty="0">
                <a:solidFill>
                  <a:srgbClr val="595959"/>
                </a:solidFill>
              </a:rPr>
              <a:t>: 1 </a:t>
            </a:r>
            <a:br>
              <a:rPr lang="en-US" sz="3200" dirty="0">
                <a:solidFill>
                  <a:srgbClr val="595959"/>
                </a:solidFill>
              </a:rPr>
            </a:br>
            <a:r>
              <a:rPr lang="en-US" sz="3200" u="sng" dirty="0">
                <a:solidFill>
                  <a:srgbClr val="595959"/>
                </a:solidFill>
              </a:rPr>
              <a:t>Group 06</a:t>
            </a:r>
            <a:r>
              <a:rPr lang="en-US" sz="3200" dirty="0">
                <a:solidFill>
                  <a:srgbClr val="595959"/>
                </a:solidFill>
              </a:rPr>
              <a:t>: 0</a:t>
            </a:r>
          </a:p>
        </p:txBody>
      </p:sp>
    </p:spTree>
    <p:extLst>
      <p:ext uri="{BB962C8B-B14F-4D97-AF65-F5344CB8AC3E}">
        <p14:creationId xmlns:p14="http://schemas.microsoft.com/office/powerpoint/2010/main" val="1043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3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pic>
        <p:nvPicPr>
          <p:cNvPr id="4" name="M3-04_06_v2">
            <a:hlinkClick r:id="" action="ppaction://media"/>
            <a:extLst>
              <a:ext uri="{FF2B5EF4-FFF2-40B4-BE49-F238E27FC236}">
                <a16:creationId xmlns:a16="http://schemas.microsoft.com/office/drawing/2014/main" id="{4BAE2168-C7CB-19BA-4DD5-C235D8E8ABF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8263" y="685800"/>
            <a:ext cx="4177937" cy="5483542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494A5C39-ABE8-CB98-8B51-898BC13A9CB1}"/>
              </a:ext>
            </a:extLst>
          </p:cNvPr>
          <p:cNvSpPr txBox="1">
            <a:spLocks/>
          </p:cNvSpPr>
          <p:nvPr/>
        </p:nvSpPr>
        <p:spPr>
          <a:xfrm>
            <a:off x="1472608" y="1380564"/>
            <a:ext cx="4561369" cy="3687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2"/>
                </a:solidFill>
              </a:rPr>
              <a:t>Group 04 </a:t>
            </a:r>
            <a:r>
              <a:rPr lang="en-US" sz="3200" dirty="0">
                <a:solidFill>
                  <a:schemeClr val="accent2"/>
                </a:solidFill>
              </a:rPr>
              <a:t>vs</a:t>
            </a:r>
            <a:r>
              <a:rPr lang="en-US" sz="3200" b="1" dirty="0">
                <a:solidFill>
                  <a:schemeClr val="accent2"/>
                </a:solidFill>
              </a:rPr>
              <a:t> Group 06</a:t>
            </a:r>
            <a:br>
              <a:rPr lang="en-US" sz="3200" b="1" dirty="0">
                <a:solidFill>
                  <a:srgbClr val="595959"/>
                </a:solidFill>
              </a:rPr>
            </a:br>
            <a:br>
              <a:rPr lang="en-US" sz="3200" b="1" dirty="0">
                <a:solidFill>
                  <a:srgbClr val="595959"/>
                </a:solidFill>
              </a:rPr>
            </a:br>
            <a:r>
              <a:rPr lang="en-US" sz="3200" b="1" dirty="0">
                <a:solidFill>
                  <a:srgbClr val="595959"/>
                </a:solidFill>
              </a:rPr>
              <a:t>Match 3 / 5</a:t>
            </a:r>
            <a:br>
              <a:rPr lang="en-US" sz="3200" b="1" dirty="0">
                <a:solidFill>
                  <a:srgbClr val="595959"/>
                </a:solidFill>
              </a:rPr>
            </a:br>
            <a:br>
              <a:rPr lang="en-US" sz="3200" dirty="0">
                <a:solidFill>
                  <a:srgbClr val="595959"/>
                </a:solidFill>
              </a:rPr>
            </a:br>
            <a:r>
              <a:rPr lang="en-US" sz="3200" u="sng" dirty="0">
                <a:solidFill>
                  <a:srgbClr val="595959"/>
                </a:solidFill>
              </a:rPr>
              <a:t>Group 04</a:t>
            </a:r>
            <a:r>
              <a:rPr lang="en-US" sz="3200" dirty="0">
                <a:solidFill>
                  <a:srgbClr val="595959"/>
                </a:solidFill>
              </a:rPr>
              <a:t>: 2 </a:t>
            </a:r>
            <a:br>
              <a:rPr lang="en-US" sz="3200" dirty="0">
                <a:solidFill>
                  <a:srgbClr val="595959"/>
                </a:solidFill>
              </a:rPr>
            </a:br>
            <a:r>
              <a:rPr lang="en-US" sz="3200" u="sng" dirty="0">
                <a:solidFill>
                  <a:srgbClr val="595959"/>
                </a:solidFill>
              </a:rPr>
              <a:t>Group 06</a:t>
            </a:r>
            <a:r>
              <a:rPr lang="en-US" sz="3200" dirty="0">
                <a:solidFill>
                  <a:srgbClr val="595959"/>
                </a:solidFill>
              </a:rPr>
              <a:t>: 0</a:t>
            </a:r>
          </a:p>
        </p:txBody>
      </p:sp>
    </p:spTree>
    <p:extLst>
      <p:ext uri="{BB962C8B-B14F-4D97-AF65-F5344CB8AC3E}">
        <p14:creationId xmlns:p14="http://schemas.microsoft.com/office/powerpoint/2010/main" val="1590580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pic>
        <p:nvPicPr>
          <p:cNvPr id="4" name="M4-06_04_v2">
            <a:hlinkClick r:id="" action="ppaction://media"/>
            <a:extLst>
              <a:ext uri="{FF2B5EF4-FFF2-40B4-BE49-F238E27FC236}">
                <a16:creationId xmlns:a16="http://schemas.microsoft.com/office/drawing/2014/main" id="{ABCC2F97-197B-8D6D-7539-CE1EE30D1B7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8263" y="685799"/>
            <a:ext cx="4190637" cy="5500211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349DE7A0-8DE3-90BE-786A-6455F3A3E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04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06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</a:t>
            </a:r>
            <a:r>
              <a:rPr lang="en-US" sz="3200" b="1" dirty="0">
                <a:solidFill>
                  <a:srgbClr val="595959"/>
                </a:solidFill>
              </a:rPr>
              <a:t>4</a:t>
            </a: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04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2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06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1</a:t>
            </a:r>
          </a:p>
        </p:txBody>
      </p:sp>
    </p:spTree>
    <p:extLst>
      <p:ext uri="{BB962C8B-B14F-4D97-AF65-F5344CB8AC3E}">
        <p14:creationId xmlns:p14="http://schemas.microsoft.com/office/powerpoint/2010/main" val="69127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86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pic>
        <p:nvPicPr>
          <p:cNvPr id="4" name="M5-04_06_v2">
            <a:hlinkClick r:id="" action="ppaction://media"/>
            <a:extLst>
              <a:ext uri="{FF2B5EF4-FFF2-40B4-BE49-F238E27FC236}">
                <a16:creationId xmlns:a16="http://schemas.microsoft.com/office/drawing/2014/main" id="{DE0B3DF0-483C-85A2-8B61-C05F998FCF0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8263" y="685800"/>
            <a:ext cx="4177937" cy="5483542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B795E21A-2A6C-D98E-92B4-CAE32DD6E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04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06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</a:t>
            </a:r>
            <a:r>
              <a:rPr lang="en-US" sz="3200" b="1" dirty="0">
                <a:solidFill>
                  <a:srgbClr val="595959"/>
                </a:solidFill>
              </a:rPr>
              <a:t>5</a:t>
            </a: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04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2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06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2</a:t>
            </a:r>
          </a:p>
        </p:txBody>
      </p:sp>
    </p:spTree>
    <p:extLst>
      <p:ext uri="{BB962C8B-B14F-4D97-AF65-F5344CB8AC3E}">
        <p14:creationId xmlns:p14="http://schemas.microsoft.com/office/powerpoint/2010/main" val="2167221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6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pic>
        <p:nvPicPr>
          <p:cNvPr id="7" name="Imagen 6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D000207E-7B9E-002B-314A-2BD026EC7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684" y="1787446"/>
            <a:ext cx="2342634" cy="328310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90D5192-C0C5-349F-55C7-5A6FA1B1A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161" y="1987779"/>
            <a:ext cx="2056742" cy="2882441"/>
          </a:xfrm>
          <a:prstGeom prst="rect">
            <a:avLst/>
          </a:prstGeom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CA650E39-64E2-DD70-B9C1-121EFA45F347}"/>
              </a:ext>
            </a:extLst>
          </p:cNvPr>
          <p:cNvSpPr txBox="1">
            <a:spLocks/>
          </p:cNvSpPr>
          <p:nvPr/>
        </p:nvSpPr>
        <p:spPr>
          <a:xfrm>
            <a:off x="3815317" y="1382728"/>
            <a:ext cx="4561369" cy="3687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2"/>
                </a:solidFill>
              </a:rPr>
              <a:t>Group 04 </a:t>
            </a:r>
            <a:r>
              <a:rPr lang="en-US" sz="3200" dirty="0">
                <a:solidFill>
                  <a:schemeClr val="accent2"/>
                </a:solidFill>
              </a:rPr>
              <a:t>vs</a:t>
            </a:r>
            <a:r>
              <a:rPr lang="en-US" sz="3200" b="1" dirty="0">
                <a:solidFill>
                  <a:schemeClr val="accent2"/>
                </a:solidFill>
              </a:rPr>
              <a:t> Group 06</a:t>
            </a:r>
            <a:br>
              <a:rPr lang="en-US" sz="3200" b="1" dirty="0">
                <a:solidFill>
                  <a:srgbClr val="595959"/>
                </a:solidFill>
              </a:rPr>
            </a:br>
            <a:br>
              <a:rPr lang="en-US" sz="3200" b="1" dirty="0">
                <a:solidFill>
                  <a:srgbClr val="595959"/>
                </a:solidFill>
              </a:rPr>
            </a:br>
            <a:r>
              <a:rPr lang="en-US" sz="3200" b="1" dirty="0">
                <a:solidFill>
                  <a:srgbClr val="595959"/>
                </a:solidFill>
              </a:rPr>
              <a:t>Result</a:t>
            </a:r>
            <a:br>
              <a:rPr lang="en-US" sz="3200" b="1" dirty="0">
                <a:solidFill>
                  <a:srgbClr val="595959"/>
                </a:solidFill>
              </a:rPr>
            </a:br>
            <a:br>
              <a:rPr lang="en-US" sz="3200" dirty="0">
                <a:solidFill>
                  <a:srgbClr val="595959"/>
                </a:solidFill>
              </a:rPr>
            </a:br>
            <a:r>
              <a:rPr lang="en-US" sz="3200" dirty="0">
                <a:solidFill>
                  <a:srgbClr val="595959"/>
                </a:solidFill>
              </a:rPr>
              <a:t>Group 04: 3 </a:t>
            </a:r>
            <a:br>
              <a:rPr lang="en-US" sz="3200" dirty="0">
                <a:solidFill>
                  <a:srgbClr val="595959"/>
                </a:solidFill>
              </a:rPr>
            </a:b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Group 06: 2</a:t>
            </a:r>
          </a:p>
        </p:txBody>
      </p:sp>
    </p:spTree>
    <p:extLst>
      <p:ext uri="{BB962C8B-B14F-4D97-AF65-F5344CB8AC3E}">
        <p14:creationId xmlns:p14="http://schemas.microsoft.com/office/powerpoint/2010/main" val="2933744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C1367-865E-7C90-BB90-AB85C4C44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07CED100-8F8D-950B-90C6-E3F52C237157}"/>
              </a:ext>
            </a:extLst>
          </p:cNvPr>
          <p:cNvSpPr/>
          <p:nvPr/>
        </p:nvSpPr>
        <p:spPr>
          <a:xfrm>
            <a:off x="2603827" y="474080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04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31111EDE-1140-3F24-C6A8-317E43E676C1}"/>
              </a:ext>
            </a:extLst>
          </p:cNvPr>
          <p:cNvSpPr/>
          <p:nvPr/>
        </p:nvSpPr>
        <p:spPr>
          <a:xfrm>
            <a:off x="2603827" y="1576522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F9A148C5-FA89-0F5E-D92D-9B300C7DD89F}"/>
              </a:ext>
            </a:extLst>
          </p:cNvPr>
          <p:cNvSpPr/>
          <p:nvPr/>
        </p:nvSpPr>
        <p:spPr>
          <a:xfrm>
            <a:off x="2603827" y="224172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09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3D024F40-3F4B-23CA-07FE-F616440C8379}"/>
              </a:ext>
            </a:extLst>
          </p:cNvPr>
          <p:cNvSpPr/>
          <p:nvPr/>
        </p:nvSpPr>
        <p:spPr>
          <a:xfrm>
            <a:off x="2603827" y="280189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01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09618DA7-50A8-06D1-AD3B-AF0823247F22}"/>
              </a:ext>
            </a:extLst>
          </p:cNvPr>
          <p:cNvSpPr/>
          <p:nvPr/>
        </p:nvSpPr>
        <p:spPr>
          <a:xfrm>
            <a:off x="2603827" y="372932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07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F4C59414-F4E2-89D3-9437-5CFDF0E25193}"/>
              </a:ext>
            </a:extLst>
          </p:cNvPr>
          <p:cNvSpPr/>
          <p:nvPr/>
        </p:nvSpPr>
        <p:spPr>
          <a:xfrm>
            <a:off x="2603827" y="428949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02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D7D1AE20-8490-9043-6EBE-8D7FE12BB4E4}"/>
              </a:ext>
            </a:extLst>
          </p:cNvPr>
          <p:cNvSpPr/>
          <p:nvPr/>
        </p:nvSpPr>
        <p:spPr>
          <a:xfrm>
            <a:off x="2603827" y="517798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05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AA6CE938-8E87-1E72-3E57-E247AFE8125A}"/>
              </a:ext>
            </a:extLst>
          </p:cNvPr>
          <p:cNvSpPr/>
          <p:nvPr/>
        </p:nvSpPr>
        <p:spPr>
          <a:xfrm>
            <a:off x="2603827" y="57381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08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18BEACC7-6A11-7667-78EE-9267AC1FB1DC}"/>
              </a:ext>
            </a:extLst>
          </p:cNvPr>
          <p:cNvSpPr/>
          <p:nvPr/>
        </p:nvSpPr>
        <p:spPr>
          <a:xfrm>
            <a:off x="5128724" y="1026977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343252ED-3B82-ED62-FDA0-571EE9DB43EA}"/>
              </a:ext>
            </a:extLst>
          </p:cNvPr>
          <p:cNvSpPr/>
          <p:nvPr/>
        </p:nvSpPr>
        <p:spPr>
          <a:xfrm>
            <a:off x="4347565" y="698661"/>
            <a:ext cx="781159" cy="112240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27F4A709-2AE1-45A2-9A67-C8791D5BEE12}"/>
              </a:ext>
            </a:extLst>
          </p:cNvPr>
          <p:cNvSpPr/>
          <p:nvPr/>
        </p:nvSpPr>
        <p:spPr>
          <a:xfrm>
            <a:off x="5128724" y="247563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17" name="Cerrar llave 16">
            <a:extLst>
              <a:ext uri="{FF2B5EF4-FFF2-40B4-BE49-F238E27FC236}">
                <a16:creationId xmlns:a16="http://schemas.microsoft.com/office/drawing/2014/main" id="{9A4AD302-247E-23D3-C11C-C7EDB23FC4D5}"/>
              </a:ext>
            </a:extLst>
          </p:cNvPr>
          <p:cNvSpPr/>
          <p:nvPr/>
        </p:nvSpPr>
        <p:spPr>
          <a:xfrm>
            <a:off x="4347565" y="2475637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3D01425B-ED95-74E9-BA90-ABF3578A679B}"/>
              </a:ext>
            </a:extLst>
          </p:cNvPr>
          <p:cNvSpPr/>
          <p:nvPr/>
        </p:nvSpPr>
        <p:spPr>
          <a:xfrm>
            <a:off x="5128724" y="396324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19" name="Cerrar llave 18">
            <a:extLst>
              <a:ext uri="{FF2B5EF4-FFF2-40B4-BE49-F238E27FC236}">
                <a16:creationId xmlns:a16="http://schemas.microsoft.com/office/drawing/2014/main" id="{23B9821B-C50A-7B91-C65A-DCCF170FC26F}"/>
              </a:ext>
            </a:extLst>
          </p:cNvPr>
          <p:cNvSpPr/>
          <p:nvPr/>
        </p:nvSpPr>
        <p:spPr>
          <a:xfrm>
            <a:off x="4347565" y="396323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19C2759D-7F9D-9CE3-FABB-7AE59F08F360}"/>
              </a:ext>
            </a:extLst>
          </p:cNvPr>
          <p:cNvSpPr/>
          <p:nvPr/>
        </p:nvSpPr>
        <p:spPr>
          <a:xfrm>
            <a:off x="5128724" y="540615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1" name="Cerrar llave 20">
            <a:extLst>
              <a:ext uri="{FF2B5EF4-FFF2-40B4-BE49-F238E27FC236}">
                <a16:creationId xmlns:a16="http://schemas.microsoft.com/office/drawing/2014/main" id="{43B8B5EB-4D15-87C2-19FE-03BC93C2A8BA}"/>
              </a:ext>
            </a:extLst>
          </p:cNvPr>
          <p:cNvSpPr/>
          <p:nvPr/>
        </p:nvSpPr>
        <p:spPr>
          <a:xfrm>
            <a:off x="4347565" y="5406152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AD349B56-0A07-A371-84F4-FBE83466CA4C}"/>
              </a:ext>
            </a:extLst>
          </p:cNvPr>
          <p:cNvSpPr/>
          <p:nvPr/>
        </p:nvSpPr>
        <p:spPr>
          <a:xfrm>
            <a:off x="7653621" y="171220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3" name="Cerrar llave 22">
            <a:extLst>
              <a:ext uri="{FF2B5EF4-FFF2-40B4-BE49-F238E27FC236}">
                <a16:creationId xmlns:a16="http://schemas.microsoft.com/office/drawing/2014/main" id="{A0CD58BB-D15F-348C-4386-7517F625F17F}"/>
              </a:ext>
            </a:extLst>
          </p:cNvPr>
          <p:cNvSpPr/>
          <p:nvPr/>
        </p:nvSpPr>
        <p:spPr>
          <a:xfrm>
            <a:off x="6872462" y="1256771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D4D4F05D-76B9-47D8-82ED-6BE1FA724B47}"/>
              </a:ext>
            </a:extLst>
          </p:cNvPr>
          <p:cNvSpPr/>
          <p:nvPr/>
        </p:nvSpPr>
        <p:spPr>
          <a:xfrm>
            <a:off x="7653621" y="46797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5" name="Cerrar llave 24">
            <a:extLst>
              <a:ext uri="{FF2B5EF4-FFF2-40B4-BE49-F238E27FC236}">
                <a16:creationId xmlns:a16="http://schemas.microsoft.com/office/drawing/2014/main" id="{D94A1252-C335-2AAD-22EE-42D97E194D2E}"/>
              </a:ext>
            </a:extLst>
          </p:cNvPr>
          <p:cNvSpPr/>
          <p:nvPr/>
        </p:nvSpPr>
        <p:spPr>
          <a:xfrm>
            <a:off x="6872462" y="4224329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666013C3-50CD-3861-9EFC-C4F144DDDC8F}"/>
              </a:ext>
            </a:extLst>
          </p:cNvPr>
          <p:cNvSpPr/>
          <p:nvPr/>
        </p:nvSpPr>
        <p:spPr>
          <a:xfrm>
            <a:off x="10178518" y="3195084"/>
            <a:ext cx="1743738" cy="4678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---</a:t>
            </a:r>
          </a:p>
        </p:txBody>
      </p:sp>
      <p:sp>
        <p:nvSpPr>
          <p:cNvPr id="31" name="Cerrar llave 30">
            <a:extLst>
              <a:ext uri="{FF2B5EF4-FFF2-40B4-BE49-F238E27FC236}">
                <a16:creationId xmlns:a16="http://schemas.microsoft.com/office/drawing/2014/main" id="{F943FC1E-DFDD-827B-60A8-1C46753FFF75}"/>
              </a:ext>
            </a:extLst>
          </p:cNvPr>
          <p:cNvSpPr/>
          <p:nvPr/>
        </p:nvSpPr>
        <p:spPr>
          <a:xfrm>
            <a:off x="9397359" y="1946118"/>
            <a:ext cx="781159" cy="296576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C42FA000-D280-B628-B512-6B8E1EDA6850}"/>
              </a:ext>
            </a:extLst>
          </p:cNvPr>
          <p:cNvSpPr/>
          <p:nvPr/>
        </p:nvSpPr>
        <p:spPr>
          <a:xfrm>
            <a:off x="78930" y="184175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04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73CAE941-0F06-5E22-28CE-45D3D516B31C}"/>
              </a:ext>
            </a:extLst>
          </p:cNvPr>
          <p:cNvSpPr/>
          <p:nvPr/>
        </p:nvSpPr>
        <p:spPr>
          <a:xfrm>
            <a:off x="78930" y="74434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06</a:t>
            </a:r>
          </a:p>
        </p:txBody>
      </p:sp>
      <p:sp>
        <p:nvSpPr>
          <p:cNvPr id="8" name="Cerrar llave 14">
            <a:extLst>
              <a:ext uri="{FF2B5EF4-FFF2-40B4-BE49-F238E27FC236}">
                <a16:creationId xmlns:a16="http://schemas.microsoft.com/office/drawing/2014/main" id="{C6736805-1463-D9D5-0F69-BA111F6635F2}"/>
              </a:ext>
            </a:extLst>
          </p:cNvPr>
          <p:cNvSpPr/>
          <p:nvPr/>
        </p:nvSpPr>
        <p:spPr>
          <a:xfrm>
            <a:off x="1822668" y="41808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CBC2548D-25AA-851F-B6A4-AF2AFDEF65F5}"/>
              </a:ext>
            </a:extLst>
          </p:cNvPr>
          <p:cNvSpPr/>
          <p:nvPr/>
        </p:nvSpPr>
        <p:spPr>
          <a:xfrm>
            <a:off x="78930" y="130452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10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02AD2F50-170A-D321-AC68-66D4B41A1F61}"/>
              </a:ext>
            </a:extLst>
          </p:cNvPr>
          <p:cNvSpPr/>
          <p:nvPr/>
        </p:nvSpPr>
        <p:spPr>
          <a:xfrm>
            <a:off x="78930" y="186469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03</a:t>
            </a:r>
          </a:p>
        </p:txBody>
      </p:sp>
      <p:sp>
        <p:nvSpPr>
          <p:cNvPr id="27" name="Cerrar llave 14">
            <a:extLst>
              <a:ext uri="{FF2B5EF4-FFF2-40B4-BE49-F238E27FC236}">
                <a16:creationId xmlns:a16="http://schemas.microsoft.com/office/drawing/2014/main" id="{68D5DC23-26AA-D4AE-ADB1-15E71E413247}"/>
              </a:ext>
            </a:extLst>
          </p:cNvPr>
          <p:cNvSpPr/>
          <p:nvPr/>
        </p:nvSpPr>
        <p:spPr>
          <a:xfrm>
            <a:off x="1822668" y="1538435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D082C9BC-5976-2655-EBE8-654D9491D952}"/>
              </a:ext>
            </a:extLst>
          </p:cNvPr>
          <p:cNvSpPr txBox="1"/>
          <p:nvPr/>
        </p:nvSpPr>
        <p:spPr>
          <a:xfrm>
            <a:off x="233295" y="6397890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Initial Round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A325D52-476C-2944-FD39-428E18B7603A}"/>
              </a:ext>
            </a:extLst>
          </p:cNvPr>
          <p:cNvSpPr txBox="1"/>
          <p:nvPr/>
        </p:nvSpPr>
        <p:spPr>
          <a:xfrm>
            <a:off x="2702664" y="6394030"/>
            <a:ext cx="154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Quarter finals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DCCDD433-7BA9-B66F-CC96-1312C630839A}"/>
              </a:ext>
            </a:extLst>
          </p:cNvPr>
          <p:cNvSpPr txBox="1"/>
          <p:nvPr/>
        </p:nvSpPr>
        <p:spPr>
          <a:xfrm>
            <a:off x="5384078" y="6394030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Semifinals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14280CF-1D9F-14B6-1860-DCD9AD2E690A}"/>
              </a:ext>
            </a:extLst>
          </p:cNvPr>
          <p:cNvSpPr txBox="1"/>
          <p:nvPr/>
        </p:nvSpPr>
        <p:spPr>
          <a:xfrm>
            <a:off x="8192033" y="6394030"/>
            <a:ext cx="66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816483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6ABFC3-3F99-330F-690B-BFF31E82C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10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03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1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</a:t>
            </a:r>
            <a:r>
              <a:rPr lang="en-US" sz="3200" u="sng" dirty="0">
                <a:solidFill>
                  <a:srgbClr val="595959"/>
                </a:solidFill>
              </a:rPr>
              <a:t>10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0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03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0</a:t>
            </a:r>
          </a:p>
        </p:txBody>
      </p:sp>
      <p:pic>
        <p:nvPicPr>
          <p:cNvPr id="4" name="M1-10_03_v2">
            <a:hlinkClick r:id="" action="ppaction://media"/>
            <a:extLst>
              <a:ext uri="{FF2B5EF4-FFF2-40B4-BE49-F238E27FC236}">
                <a16:creationId xmlns:a16="http://schemas.microsoft.com/office/drawing/2014/main" id="{F643542D-02D7-1373-E227-9C2F30E7804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8263" y="685800"/>
            <a:ext cx="4177937" cy="54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49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8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4777C9-2F54-5DEA-0CE2-55DCCE863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4BEC11-80F9-C6C9-189F-86F625DC2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398C70-4B7C-57D4-125A-09E0635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EC76D7-88BC-C812-5CF1-A88290E5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10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03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2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</a:t>
            </a:r>
            <a:r>
              <a:rPr lang="en-US" sz="3200" u="sng" dirty="0">
                <a:solidFill>
                  <a:srgbClr val="595959"/>
                </a:solidFill>
              </a:rPr>
              <a:t>10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1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03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0</a:t>
            </a:r>
          </a:p>
        </p:txBody>
      </p:sp>
      <p:pic>
        <p:nvPicPr>
          <p:cNvPr id="3" name="M2-03_10_v2">
            <a:hlinkClick r:id="" action="ppaction://media"/>
            <a:extLst>
              <a:ext uri="{FF2B5EF4-FFF2-40B4-BE49-F238E27FC236}">
                <a16:creationId xmlns:a16="http://schemas.microsoft.com/office/drawing/2014/main" id="{BB0CE6C4-74C5-2D7D-8E8B-806E7C25036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8263" y="685800"/>
            <a:ext cx="4177937" cy="54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42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4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C9CDD3-4AFC-0502-4C60-FC47EE30F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A5C5EB6-97B5-CBEF-C31E-7A5CCC044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6AADE7-4B54-2883-996F-C816510F0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7D9BE1-C14B-069C-1057-22EBD34FB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10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03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3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</a:t>
            </a:r>
            <a:r>
              <a:rPr lang="en-US" sz="3200" u="sng" dirty="0">
                <a:solidFill>
                  <a:srgbClr val="595959"/>
                </a:solidFill>
              </a:rPr>
              <a:t>10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2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03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0</a:t>
            </a:r>
          </a:p>
        </p:txBody>
      </p:sp>
      <p:pic>
        <p:nvPicPr>
          <p:cNvPr id="3" name="M3-10_03_v2">
            <a:hlinkClick r:id="" action="ppaction://media"/>
            <a:extLst>
              <a:ext uri="{FF2B5EF4-FFF2-40B4-BE49-F238E27FC236}">
                <a16:creationId xmlns:a16="http://schemas.microsoft.com/office/drawing/2014/main" id="{0CA0F5B2-8FE0-B328-934B-0A84B9275BE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0" y="685800"/>
            <a:ext cx="4191000" cy="55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82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2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7B7C1-2442-8A0B-5FC8-6399F8AAE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187E44C-268D-3FC0-8E44-92F5AF114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81A127-E204-6412-0605-A30A08A1C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pic>
        <p:nvPicPr>
          <p:cNvPr id="7" name="Imagen 6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4F13A8F5-3BB4-FA5C-24B8-C29697F55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684" y="1787446"/>
            <a:ext cx="2342634" cy="328310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909D68E-E099-12A0-4367-910D66B81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161" y="1987779"/>
            <a:ext cx="2056742" cy="2882441"/>
          </a:xfrm>
          <a:prstGeom prst="rect">
            <a:avLst/>
          </a:prstGeom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E435290D-C03E-D8E3-39C1-2B70421F23DD}"/>
              </a:ext>
            </a:extLst>
          </p:cNvPr>
          <p:cNvSpPr txBox="1">
            <a:spLocks/>
          </p:cNvSpPr>
          <p:nvPr/>
        </p:nvSpPr>
        <p:spPr>
          <a:xfrm>
            <a:off x="3815317" y="1382728"/>
            <a:ext cx="4561369" cy="3687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2"/>
                </a:solidFill>
              </a:rPr>
              <a:t>Group 10 </a:t>
            </a:r>
            <a:r>
              <a:rPr lang="en-US" sz="3200" dirty="0">
                <a:solidFill>
                  <a:schemeClr val="accent2"/>
                </a:solidFill>
              </a:rPr>
              <a:t>vs</a:t>
            </a:r>
            <a:r>
              <a:rPr lang="en-US" sz="3200" b="1" dirty="0">
                <a:solidFill>
                  <a:schemeClr val="accent2"/>
                </a:solidFill>
              </a:rPr>
              <a:t> Group 03</a:t>
            </a:r>
            <a:br>
              <a:rPr lang="en-US" sz="3200" b="1" dirty="0">
                <a:solidFill>
                  <a:srgbClr val="595959"/>
                </a:solidFill>
              </a:rPr>
            </a:br>
            <a:br>
              <a:rPr lang="en-US" sz="3200" b="1" dirty="0">
                <a:solidFill>
                  <a:srgbClr val="595959"/>
                </a:solidFill>
              </a:rPr>
            </a:br>
            <a:r>
              <a:rPr lang="en-US" sz="3200" b="1" dirty="0">
                <a:solidFill>
                  <a:srgbClr val="595959"/>
                </a:solidFill>
              </a:rPr>
              <a:t>Result</a:t>
            </a:r>
          </a:p>
          <a:p>
            <a:pPr algn="ctr"/>
            <a:br>
              <a:rPr lang="en-US" sz="3200" dirty="0">
                <a:solidFill>
                  <a:srgbClr val="595959"/>
                </a:solidFill>
              </a:rPr>
            </a:br>
            <a:r>
              <a:rPr lang="en-US" sz="3200" dirty="0">
                <a:solidFill>
                  <a:srgbClr val="595959"/>
                </a:solidFill>
              </a:rPr>
              <a:t>Group 10: 3 </a:t>
            </a:r>
            <a:br>
              <a:rPr lang="en-US" sz="3200" dirty="0">
                <a:solidFill>
                  <a:srgbClr val="595959"/>
                </a:solidFill>
              </a:rPr>
            </a:b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Group 03: 0</a:t>
            </a:r>
          </a:p>
        </p:txBody>
      </p:sp>
    </p:spTree>
    <p:extLst>
      <p:ext uri="{BB962C8B-B14F-4D97-AF65-F5344CB8AC3E}">
        <p14:creationId xmlns:p14="http://schemas.microsoft.com/office/powerpoint/2010/main" val="1619133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14667-CAAC-727B-7191-1645FC0E4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E417E524-BC43-B9F3-7E8C-643296D99BED}"/>
              </a:ext>
            </a:extLst>
          </p:cNvPr>
          <p:cNvSpPr/>
          <p:nvPr/>
        </p:nvSpPr>
        <p:spPr>
          <a:xfrm>
            <a:off x="2603827" y="474080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04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C3FE8481-DABE-8714-9DA3-E4763D55280F}"/>
              </a:ext>
            </a:extLst>
          </p:cNvPr>
          <p:cNvSpPr/>
          <p:nvPr/>
        </p:nvSpPr>
        <p:spPr>
          <a:xfrm>
            <a:off x="2603827" y="1576522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10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FE06253D-7396-C8F8-39E9-35955EE61F02}"/>
              </a:ext>
            </a:extLst>
          </p:cNvPr>
          <p:cNvSpPr/>
          <p:nvPr/>
        </p:nvSpPr>
        <p:spPr>
          <a:xfrm>
            <a:off x="2603827" y="224172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09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8575F9A0-5860-02F0-D5E3-B17578E788AE}"/>
              </a:ext>
            </a:extLst>
          </p:cNvPr>
          <p:cNvSpPr/>
          <p:nvPr/>
        </p:nvSpPr>
        <p:spPr>
          <a:xfrm>
            <a:off x="2603827" y="280189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01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D9DCC15E-11ED-7399-8B9D-869B92F81DDD}"/>
              </a:ext>
            </a:extLst>
          </p:cNvPr>
          <p:cNvSpPr/>
          <p:nvPr/>
        </p:nvSpPr>
        <p:spPr>
          <a:xfrm>
            <a:off x="2603827" y="372932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07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0441AEAC-5920-2AF5-3BD6-E181DFDA34CF}"/>
              </a:ext>
            </a:extLst>
          </p:cNvPr>
          <p:cNvSpPr/>
          <p:nvPr/>
        </p:nvSpPr>
        <p:spPr>
          <a:xfrm>
            <a:off x="2603827" y="428949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02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3332D1D1-EA60-D7D8-732F-06097D183E9C}"/>
              </a:ext>
            </a:extLst>
          </p:cNvPr>
          <p:cNvSpPr/>
          <p:nvPr/>
        </p:nvSpPr>
        <p:spPr>
          <a:xfrm>
            <a:off x="2603827" y="517798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05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0F4A8705-E8C2-CB06-765C-4767EB06AA5D}"/>
              </a:ext>
            </a:extLst>
          </p:cNvPr>
          <p:cNvSpPr/>
          <p:nvPr/>
        </p:nvSpPr>
        <p:spPr>
          <a:xfrm>
            <a:off x="2603827" y="57381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08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F01751AE-9B81-216A-4FD0-25B3391C4703}"/>
              </a:ext>
            </a:extLst>
          </p:cNvPr>
          <p:cNvSpPr/>
          <p:nvPr/>
        </p:nvSpPr>
        <p:spPr>
          <a:xfrm>
            <a:off x="5128724" y="1026977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BFA3E038-8A6D-227E-F53B-2CBC12AC1518}"/>
              </a:ext>
            </a:extLst>
          </p:cNvPr>
          <p:cNvSpPr/>
          <p:nvPr/>
        </p:nvSpPr>
        <p:spPr>
          <a:xfrm>
            <a:off x="4347565" y="698661"/>
            <a:ext cx="781159" cy="112240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A7A9B100-677F-B545-723B-F606950180D2}"/>
              </a:ext>
            </a:extLst>
          </p:cNvPr>
          <p:cNvSpPr/>
          <p:nvPr/>
        </p:nvSpPr>
        <p:spPr>
          <a:xfrm>
            <a:off x="5128724" y="247563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17" name="Cerrar llave 16">
            <a:extLst>
              <a:ext uri="{FF2B5EF4-FFF2-40B4-BE49-F238E27FC236}">
                <a16:creationId xmlns:a16="http://schemas.microsoft.com/office/drawing/2014/main" id="{2A7B3B09-14F3-FC91-F01A-3D8742A3CA9A}"/>
              </a:ext>
            </a:extLst>
          </p:cNvPr>
          <p:cNvSpPr/>
          <p:nvPr/>
        </p:nvSpPr>
        <p:spPr>
          <a:xfrm>
            <a:off x="4347565" y="2475637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B1AD0392-934F-566C-A3B8-99CB580D8BF6}"/>
              </a:ext>
            </a:extLst>
          </p:cNvPr>
          <p:cNvSpPr/>
          <p:nvPr/>
        </p:nvSpPr>
        <p:spPr>
          <a:xfrm>
            <a:off x="5128724" y="396324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19" name="Cerrar llave 18">
            <a:extLst>
              <a:ext uri="{FF2B5EF4-FFF2-40B4-BE49-F238E27FC236}">
                <a16:creationId xmlns:a16="http://schemas.microsoft.com/office/drawing/2014/main" id="{44123F1A-FA33-278C-DE66-30ED04BD6247}"/>
              </a:ext>
            </a:extLst>
          </p:cNvPr>
          <p:cNvSpPr/>
          <p:nvPr/>
        </p:nvSpPr>
        <p:spPr>
          <a:xfrm>
            <a:off x="4347565" y="396323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6C5C79A2-3EEA-C807-AE62-52D747F4CF8E}"/>
              </a:ext>
            </a:extLst>
          </p:cNvPr>
          <p:cNvSpPr/>
          <p:nvPr/>
        </p:nvSpPr>
        <p:spPr>
          <a:xfrm>
            <a:off x="5128724" y="540615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1" name="Cerrar llave 20">
            <a:extLst>
              <a:ext uri="{FF2B5EF4-FFF2-40B4-BE49-F238E27FC236}">
                <a16:creationId xmlns:a16="http://schemas.microsoft.com/office/drawing/2014/main" id="{3E4C3494-9BA9-6BF6-FB6A-B64E3CC1D434}"/>
              </a:ext>
            </a:extLst>
          </p:cNvPr>
          <p:cNvSpPr/>
          <p:nvPr/>
        </p:nvSpPr>
        <p:spPr>
          <a:xfrm>
            <a:off x="4347565" y="5406152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78F21682-3D3E-9690-2CE4-1A9EBFF87B95}"/>
              </a:ext>
            </a:extLst>
          </p:cNvPr>
          <p:cNvSpPr/>
          <p:nvPr/>
        </p:nvSpPr>
        <p:spPr>
          <a:xfrm>
            <a:off x="7653621" y="171220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3" name="Cerrar llave 22">
            <a:extLst>
              <a:ext uri="{FF2B5EF4-FFF2-40B4-BE49-F238E27FC236}">
                <a16:creationId xmlns:a16="http://schemas.microsoft.com/office/drawing/2014/main" id="{33FABCBA-607D-0344-A1B8-88C3EC455F00}"/>
              </a:ext>
            </a:extLst>
          </p:cNvPr>
          <p:cNvSpPr/>
          <p:nvPr/>
        </p:nvSpPr>
        <p:spPr>
          <a:xfrm>
            <a:off x="6872462" y="1256771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1F5279EB-E591-283B-840F-0CD3385C13A4}"/>
              </a:ext>
            </a:extLst>
          </p:cNvPr>
          <p:cNvSpPr/>
          <p:nvPr/>
        </p:nvSpPr>
        <p:spPr>
          <a:xfrm>
            <a:off x="7653621" y="46797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5" name="Cerrar llave 24">
            <a:extLst>
              <a:ext uri="{FF2B5EF4-FFF2-40B4-BE49-F238E27FC236}">
                <a16:creationId xmlns:a16="http://schemas.microsoft.com/office/drawing/2014/main" id="{3ED781B8-3007-18DF-4EE6-2A935C040798}"/>
              </a:ext>
            </a:extLst>
          </p:cNvPr>
          <p:cNvSpPr/>
          <p:nvPr/>
        </p:nvSpPr>
        <p:spPr>
          <a:xfrm>
            <a:off x="6872462" y="4224329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C7FDDDB6-D5DF-DA34-AE23-738F50A0E2D3}"/>
              </a:ext>
            </a:extLst>
          </p:cNvPr>
          <p:cNvSpPr/>
          <p:nvPr/>
        </p:nvSpPr>
        <p:spPr>
          <a:xfrm>
            <a:off x="10178518" y="3195084"/>
            <a:ext cx="1743738" cy="4678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---</a:t>
            </a:r>
          </a:p>
        </p:txBody>
      </p:sp>
      <p:sp>
        <p:nvSpPr>
          <p:cNvPr id="31" name="Cerrar llave 30">
            <a:extLst>
              <a:ext uri="{FF2B5EF4-FFF2-40B4-BE49-F238E27FC236}">
                <a16:creationId xmlns:a16="http://schemas.microsoft.com/office/drawing/2014/main" id="{BEDB747B-F0B0-71C6-926A-C237A95AC0F3}"/>
              </a:ext>
            </a:extLst>
          </p:cNvPr>
          <p:cNvSpPr/>
          <p:nvPr/>
        </p:nvSpPr>
        <p:spPr>
          <a:xfrm>
            <a:off x="9397359" y="1946118"/>
            <a:ext cx="781159" cy="296576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0EC8D1C9-8DEF-B6E2-DA14-0761998CFEAA}"/>
              </a:ext>
            </a:extLst>
          </p:cNvPr>
          <p:cNvSpPr/>
          <p:nvPr/>
        </p:nvSpPr>
        <p:spPr>
          <a:xfrm>
            <a:off x="78930" y="184175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04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88B56CAA-5D85-6D25-F6C8-3F661DC9867C}"/>
              </a:ext>
            </a:extLst>
          </p:cNvPr>
          <p:cNvSpPr/>
          <p:nvPr/>
        </p:nvSpPr>
        <p:spPr>
          <a:xfrm>
            <a:off x="78930" y="74434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06</a:t>
            </a:r>
          </a:p>
        </p:txBody>
      </p:sp>
      <p:sp>
        <p:nvSpPr>
          <p:cNvPr id="8" name="Cerrar llave 14">
            <a:extLst>
              <a:ext uri="{FF2B5EF4-FFF2-40B4-BE49-F238E27FC236}">
                <a16:creationId xmlns:a16="http://schemas.microsoft.com/office/drawing/2014/main" id="{46B219BE-C387-101A-4CDA-67B7C5CA337D}"/>
              </a:ext>
            </a:extLst>
          </p:cNvPr>
          <p:cNvSpPr/>
          <p:nvPr/>
        </p:nvSpPr>
        <p:spPr>
          <a:xfrm>
            <a:off x="1822668" y="41808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130C3E54-660E-4637-172F-2160F43F3FBC}"/>
              </a:ext>
            </a:extLst>
          </p:cNvPr>
          <p:cNvSpPr/>
          <p:nvPr/>
        </p:nvSpPr>
        <p:spPr>
          <a:xfrm>
            <a:off x="78930" y="130452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10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634C2881-E30B-5649-1625-38BE5AAEB6B5}"/>
              </a:ext>
            </a:extLst>
          </p:cNvPr>
          <p:cNvSpPr/>
          <p:nvPr/>
        </p:nvSpPr>
        <p:spPr>
          <a:xfrm>
            <a:off x="78930" y="186469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03</a:t>
            </a:r>
          </a:p>
        </p:txBody>
      </p:sp>
      <p:sp>
        <p:nvSpPr>
          <p:cNvPr id="27" name="Cerrar llave 14">
            <a:extLst>
              <a:ext uri="{FF2B5EF4-FFF2-40B4-BE49-F238E27FC236}">
                <a16:creationId xmlns:a16="http://schemas.microsoft.com/office/drawing/2014/main" id="{D6744872-619E-B2F7-C102-5442883E6E14}"/>
              </a:ext>
            </a:extLst>
          </p:cNvPr>
          <p:cNvSpPr/>
          <p:nvPr/>
        </p:nvSpPr>
        <p:spPr>
          <a:xfrm>
            <a:off x="1822668" y="1538435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D1EAA78-2230-BE49-B88C-736DA4398A11}"/>
              </a:ext>
            </a:extLst>
          </p:cNvPr>
          <p:cNvSpPr txBox="1"/>
          <p:nvPr/>
        </p:nvSpPr>
        <p:spPr>
          <a:xfrm>
            <a:off x="233295" y="6397890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Initial Round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78F1442-EABA-3C48-16CA-A63335DFD92D}"/>
              </a:ext>
            </a:extLst>
          </p:cNvPr>
          <p:cNvSpPr txBox="1"/>
          <p:nvPr/>
        </p:nvSpPr>
        <p:spPr>
          <a:xfrm>
            <a:off x="2702664" y="6394030"/>
            <a:ext cx="154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Quarter finals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A81CD28-03FF-239D-8054-9E52CC829552}"/>
              </a:ext>
            </a:extLst>
          </p:cNvPr>
          <p:cNvSpPr txBox="1"/>
          <p:nvPr/>
        </p:nvSpPr>
        <p:spPr>
          <a:xfrm>
            <a:off x="5384078" y="6394030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Semifinals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024FAA-CA72-139B-C037-0ABAA5DF44CB}"/>
              </a:ext>
            </a:extLst>
          </p:cNvPr>
          <p:cNvSpPr txBox="1"/>
          <p:nvPr/>
        </p:nvSpPr>
        <p:spPr>
          <a:xfrm>
            <a:off x="8192033" y="6394030"/>
            <a:ext cx="66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2902207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AC878F-5D8A-59E2-FBA9-75890A868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tabla&#10;&#10;El contenido generado por IA puede ser incorrecto.">
            <a:extLst>
              <a:ext uri="{FF2B5EF4-FFF2-40B4-BE49-F238E27FC236}">
                <a16:creationId xmlns:a16="http://schemas.microsoft.com/office/drawing/2014/main" id="{B7FC88D9-B5B3-CB81-FD37-8B954778C1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32" r="1" b="1"/>
          <a:stretch>
            <a:fillRect/>
          </a:stretch>
        </p:blipFill>
        <p:spPr>
          <a:xfrm>
            <a:off x="5101771" y="10"/>
            <a:ext cx="7094361" cy="6857989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18074E5E-7DC4-BB94-2F39-80F00F858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527208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2A5BB4A6-ADD2-876F-512D-84112E453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03011">
            <a:off x="1718653" y="70086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438287-D908-06E4-027B-EA4E3334D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795509"/>
            <a:ext cx="5272088" cy="27986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Quarter Finals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2A77565-1697-5017-28ED-E7E6DCDF7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1186" y="4626633"/>
            <a:ext cx="491961" cy="49196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EC52A34-4369-EBED-D849-328D01CF3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27932" y="5011563"/>
            <a:ext cx="731558" cy="731558"/>
          </a:xfrm>
          <a:prstGeom prst="rect">
            <a:avLst/>
          </a:prstGeom>
          <a:noFill/>
          <a:ln w="127000">
            <a:solidFill>
              <a:schemeClr val="accent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369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0A579-9026-A576-30DB-7018E343B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B2FE45DF-8BCC-C41C-8AF3-25585E951D78}"/>
              </a:ext>
            </a:extLst>
          </p:cNvPr>
          <p:cNvSpPr/>
          <p:nvPr/>
        </p:nvSpPr>
        <p:spPr>
          <a:xfrm>
            <a:off x="2603827" y="474080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04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246BB6BE-5B94-49FC-D228-5AA070C38EC1}"/>
              </a:ext>
            </a:extLst>
          </p:cNvPr>
          <p:cNvSpPr/>
          <p:nvPr/>
        </p:nvSpPr>
        <p:spPr>
          <a:xfrm>
            <a:off x="2603827" y="1576522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10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BC2CEDDA-9D77-082D-63CC-1F8C6D1A6B2C}"/>
              </a:ext>
            </a:extLst>
          </p:cNvPr>
          <p:cNvSpPr/>
          <p:nvPr/>
        </p:nvSpPr>
        <p:spPr>
          <a:xfrm>
            <a:off x="2603827" y="224172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09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0BAA7091-9E24-DFA0-9819-784F6B53046F}"/>
              </a:ext>
            </a:extLst>
          </p:cNvPr>
          <p:cNvSpPr/>
          <p:nvPr/>
        </p:nvSpPr>
        <p:spPr>
          <a:xfrm>
            <a:off x="2603827" y="280189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01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54F2247D-AD5F-2AFA-EB5C-057AE9785A6B}"/>
              </a:ext>
            </a:extLst>
          </p:cNvPr>
          <p:cNvSpPr/>
          <p:nvPr/>
        </p:nvSpPr>
        <p:spPr>
          <a:xfrm>
            <a:off x="2603827" y="372932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07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C1B3E0E9-77A4-7354-850F-DCDD45B50612}"/>
              </a:ext>
            </a:extLst>
          </p:cNvPr>
          <p:cNvSpPr/>
          <p:nvPr/>
        </p:nvSpPr>
        <p:spPr>
          <a:xfrm>
            <a:off x="2603827" y="428949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02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E59FEE23-E216-A476-D3C4-94B71EE21AFF}"/>
              </a:ext>
            </a:extLst>
          </p:cNvPr>
          <p:cNvSpPr/>
          <p:nvPr/>
        </p:nvSpPr>
        <p:spPr>
          <a:xfrm>
            <a:off x="2603827" y="517798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05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3A024344-3100-1486-3558-F01CE0219A0A}"/>
              </a:ext>
            </a:extLst>
          </p:cNvPr>
          <p:cNvSpPr/>
          <p:nvPr/>
        </p:nvSpPr>
        <p:spPr>
          <a:xfrm>
            <a:off x="2603827" y="57381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08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78FA4E73-E801-E1DD-C458-55BE37D9984E}"/>
              </a:ext>
            </a:extLst>
          </p:cNvPr>
          <p:cNvSpPr/>
          <p:nvPr/>
        </p:nvSpPr>
        <p:spPr>
          <a:xfrm>
            <a:off x="5128724" y="1026977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E67BAB27-0A80-2BEE-72DB-22FD9FB4EF40}"/>
              </a:ext>
            </a:extLst>
          </p:cNvPr>
          <p:cNvSpPr/>
          <p:nvPr/>
        </p:nvSpPr>
        <p:spPr>
          <a:xfrm>
            <a:off x="4347565" y="698661"/>
            <a:ext cx="781159" cy="112240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2513B391-BC02-A552-1BFC-394C7CF57DB9}"/>
              </a:ext>
            </a:extLst>
          </p:cNvPr>
          <p:cNvSpPr/>
          <p:nvPr/>
        </p:nvSpPr>
        <p:spPr>
          <a:xfrm>
            <a:off x="5128724" y="247563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17" name="Cerrar llave 16">
            <a:extLst>
              <a:ext uri="{FF2B5EF4-FFF2-40B4-BE49-F238E27FC236}">
                <a16:creationId xmlns:a16="http://schemas.microsoft.com/office/drawing/2014/main" id="{F855F652-EAFA-0AA3-EA59-C49D9FED030C}"/>
              </a:ext>
            </a:extLst>
          </p:cNvPr>
          <p:cNvSpPr/>
          <p:nvPr/>
        </p:nvSpPr>
        <p:spPr>
          <a:xfrm>
            <a:off x="4347565" y="2475637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BBE2974E-8A6E-4B58-DF2D-16BBBAE58D03}"/>
              </a:ext>
            </a:extLst>
          </p:cNvPr>
          <p:cNvSpPr/>
          <p:nvPr/>
        </p:nvSpPr>
        <p:spPr>
          <a:xfrm>
            <a:off x="5128724" y="396324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19" name="Cerrar llave 18">
            <a:extLst>
              <a:ext uri="{FF2B5EF4-FFF2-40B4-BE49-F238E27FC236}">
                <a16:creationId xmlns:a16="http://schemas.microsoft.com/office/drawing/2014/main" id="{09AF85D9-6B08-EA31-A062-FB21B1C4589F}"/>
              </a:ext>
            </a:extLst>
          </p:cNvPr>
          <p:cNvSpPr/>
          <p:nvPr/>
        </p:nvSpPr>
        <p:spPr>
          <a:xfrm>
            <a:off x="4347565" y="396323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FDAC6C08-2DAD-3EC3-0044-71F5ACCB272A}"/>
              </a:ext>
            </a:extLst>
          </p:cNvPr>
          <p:cNvSpPr/>
          <p:nvPr/>
        </p:nvSpPr>
        <p:spPr>
          <a:xfrm>
            <a:off x="5128724" y="540615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---</a:t>
            </a:r>
          </a:p>
        </p:txBody>
      </p:sp>
      <p:sp>
        <p:nvSpPr>
          <p:cNvPr id="21" name="Cerrar llave 20">
            <a:extLst>
              <a:ext uri="{FF2B5EF4-FFF2-40B4-BE49-F238E27FC236}">
                <a16:creationId xmlns:a16="http://schemas.microsoft.com/office/drawing/2014/main" id="{F80B72C9-54CE-A47B-F6C2-9AD10897F0C6}"/>
              </a:ext>
            </a:extLst>
          </p:cNvPr>
          <p:cNvSpPr/>
          <p:nvPr/>
        </p:nvSpPr>
        <p:spPr>
          <a:xfrm>
            <a:off x="4347565" y="5406152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96FDA284-580B-B17B-2EAA-51D3F8ACEC2C}"/>
              </a:ext>
            </a:extLst>
          </p:cNvPr>
          <p:cNvSpPr/>
          <p:nvPr/>
        </p:nvSpPr>
        <p:spPr>
          <a:xfrm>
            <a:off x="7653621" y="171220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3" name="Cerrar llave 22">
            <a:extLst>
              <a:ext uri="{FF2B5EF4-FFF2-40B4-BE49-F238E27FC236}">
                <a16:creationId xmlns:a16="http://schemas.microsoft.com/office/drawing/2014/main" id="{512E965C-3BD4-746C-FFB8-C176B37F478F}"/>
              </a:ext>
            </a:extLst>
          </p:cNvPr>
          <p:cNvSpPr/>
          <p:nvPr/>
        </p:nvSpPr>
        <p:spPr>
          <a:xfrm>
            <a:off x="6872462" y="1256771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5DB00C1B-A6D1-EEC4-D1E6-ADD78137B3FE}"/>
              </a:ext>
            </a:extLst>
          </p:cNvPr>
          <p:cNvSpPr/>
          <p:nvPr/>
        </p:nvSpPr>
        <p:spPr>
          <a:xfrm>
            <a:off x="7653621" y="46797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5" name="Cerrar llave 24">
            <a:extLst>
              <a:ext uri="{FF2B5EF4-FFF2-40B4-BE49-F238E27FC236}">
                <a16:creationId xmlns:a16="http://schemas.microsoft.com/office/drawing/2014/main" id="{83288DFE-BD1F-255F-536A-2E1989A153A9}"/>
              </a:ext>
            </a:extLst>
          </p:cNvPr>
          <p:cNvSpPr/>
          <p:nvPr/>
        </p:nvSpPr>
        <p:spPr>
          <a:xfrm>
            <a:off x="6872462" y="4224329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8D4A8F8F-5E6E-6743-B03A-37EDB55056E4}"/>
              </a:ext>
            </a:extLst>
          </p:cNvPr>
          <p:cNvSpPr/>
          <p:nvPr/>
        </p:nvSpPr>
        <p:spPr>
          <a:xfrm>
            <a:off x="10178518" y="3195084"/>
            <a:ext cx="1743738" cy="4678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---</a:t>
            </a:r>
          </a:p>
        </p:txBody>
      </p:sp>
      <p:sp>
        <p:nvSpPr>
          <p:cNvPr id="31" name="Cerrar llave 30">
            <a:extLst>
              <a:ext uri="{FF2B5EF4-FFF2-40B4-BE49-F238E27FC236}">
                <a16:creationId xmlns:a16="http://schemas.microsoft.com/office/drawing/2014/main" id="{DE1486E6-9318-8313-15D1-B8818AB11B4E}"/>
              </a:ext>
            </a:extLst>
          </p:cNvPr>
          <p:cNvSpPr/>
          <p:nvPr/>
        </p:nvSpPr>
        <p:spPr>
          <a:xfrm>
            <a:off x="9397359" y="1946118"/>
            <a:ext cx="781159" cy="296576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6818B147-820E-BF88-5F52-89B4F4E22309}"/>
              </a:ext>
            </a:extLst>
          </p:cNvPr>
          <p:cNvSpPr/>
          <p:nvPr/>
        </p:nvSpPr>
        <p:spPr>
          <a:xfrm>
            <a:off x="78930" y="184175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04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63C4E78F-8395-A0C9-F9C1-57D1077F3779}"/>
              </a:ext>
            </a:extLst>
          </p:cNvPr>
          <p:cNvSpPr/>
          <p:nvPr/>
        </p:nvSpPr>
        <p:spPr>
          <a:xfrm>
            <a:off x="78930" y="74434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06</a:t>
            </a:r>
          </a:p>
        </p:txBody>
      </p:sp>
      <p:sp>
        <p:nvSpPr>
          <p:cNvPr id="8" name="Cerrar llave 14">
            <a:extLst>
              <a:ext uri="{FF2B5EF4-FFF2-40B4-BE49-F238E27FC236}">
                <a16:creationId xmlns:a16="http://schemas.microsoft.com/office/drawing/2014/main" id="{D52AF038-D173-B536-5856-2795528205ED}"/>
              </a:ext>
            </a:extLst>
          </p:cNvPr>
          <p:cNvSpPr/>
          <p:nvPr/>
        </p:nvSpPr>
        <p:spPr>
          <a:xfrm>
            <a:off x="1822668" y="41808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BF6DE17D-88B3-B468-8852-A8BBFF1960D6}"/>
              </a:ext>
            </a:extLst>
          </p:cNvPr>
          <p:cNvSpPr/>
          <p:nvPr/>
        </p:nvSpPr>
        <p:spPr>
          <a:xfrm>
            <a:off x="78930" y="130452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10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CFC6A0A5-5D14-D54E-4323-DBAEC300CA47}"/>
              </a:ext>
            </a:extLst>
          </p:cNvPr>
          <p:cNvSpPr/>
          <p:nvPr/>
        </p:nvSpPr>
        <p:spPr>
          <a:xfrm>
            <a:off x="78930" y="186469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03</a:t>
            </a:r>
          </a:p>
        </p:txBody>
      </p:sp>
      <p:sp>
        <p:nvSpPr>
          <p:cNvPr id="27" name="Cerrar llave 14">
            <a:extLst>
              <a:ext uri="{FF2B5EF4-FFF2-40B4-BE49-F238E27FC236}">
                <a16:creationId xmlns:a16="http://schemas.microsoft.com/office/drawing/2014/main" id="{BC53E208-5EE6-C557-BED3-635B529A5549}"/>
              </a:ext>
            </a:extLst>
          </p:cNvPr>
          <p:cNvSpPr/>
          <p:nvPr/>
        </p:nvSpPr>
        <p:spPr>
          <a:xfrm>
            <a:off x="1822668" y="1538435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87E121C-BAA2-9A81-89CB-125CCD5700DD}"/>
              </a:ext>
            </a:extLst>
          </p:cNvPr>
          <p:cNvSpPr txBox="1"/>
          <p:nvPr/>
        </p:nvSpPr>
        <p:spPr>
          <a:xfrm>
            <a:off x="233295" y="6397890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Initial Round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CFF139B-B570-C394-4DFA-64DA011349A4}"/>
              </a:ext>
            </a:extLst>
          </p:cNvPr>
          <p:cNvSpPr txBox="1"/>
          <p:nvPr/>
        </p:nvSpPr>
        <p:spPr>
          <a:xfrm>
            <a:off x="2702664" y="6394030"/>
            <a:ext cx="154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Quarter finals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8BFE9E4-8A50-9030-F7B7-A59F459EEE1F}"/>
              </a:ext>
            </a:extLst>
          </p:cNvPr>
          <p:cNvSpPr txBox="1"/>
          <p:nvPr/>
        </p:nvSpPr>
        <p:spPr>
          <a:xfrm>
            <a:off x="5384078" y="6394030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Semifinals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A529FEA-57A7-DBCD-4703-205B3E21D8D1}"/>
              </a:ext>
            </a:extLst>
          </p:cNvPr>
          <p:cNvSpPr txBox="1"/>
          <p:nvPr/>
        </p:nvSpPr>
        <p:spPr>
          <a:xfrm>
            <a:off x="8192033" y="6394030"/>
            <a:ext cx="66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11424247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6ABFC3-3F99-330F-690B-BFF31E82C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05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08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1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05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0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08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0</a:t>
            </a:r>
          </a:p>
        </p:txBody>
      </p:sp>
      <p:pic>
        <p:nvPicPr>
          <p:cNvPr id="4" name="M1-05_08_v2">
            <a:hlinkClick r:id="" action="ppaction://media"/>
            <a:extLst>
              <a:ext uri="{FF2B5EF4-FFF2-40B4-BE49-F238E27FC236}">
                <a16:creationId xmlns:a16="http://schemas.microsoft.com/office/drawing/2014/main" id="{67FD2C80-834A-4279-C655-C81CD7451FA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0" y="685800"/>
            <a:ext cx="4191000" cy="55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08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8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DBDACA-1C9B-B7EA-2865-0A698C5DD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CA069E-71BA-822F-AD8C-26851D713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358BB3-605C-7774-780A-A2B8F331C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236A22-68B8-6BA3-F56B-F84247DB3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05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08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2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05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1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08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0</a:t>
            </a:r>
          </a:p>
        </p:txBody>
      </p:sp>
      <p:pic>
        <p:nvPicPr>
          <p:cNvPr id="3" name="M2-08_05_v2">
            <a:hlinkClick r:id="" action="ppaction://media"/>
            <a:extLst>
              <a:ext uri="{FF2B5EF4-FFF2-40B4-BE49-F238E27FC236}">
                <a16:creationId xmlns:a16="http://schemas.microsoft.com/office/drawing/2014/main" id="{D587685A-C721-D97B-B228-8C9E63A157E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8263" y="685800"/>
            <a:ext cx="4177937" cy="54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64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58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17659D-9C05-6760-D350-F3F75C080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07D936-8669-DD27-B8B0-6C55FC9B2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9C564A-6DA4-A27E-4297-62A3E0B05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7FBB8A-6182-7DB1-3824-87EC52208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05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08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3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05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2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08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0</a:t>
            </a:r>
          </a:p>
        </p:txBody>
      </p:sp>
      <p:pic>
        <p:nvPicPr>
          <p:cNvPr id="3" name="M3-05_08_v2">
            <a:hlinkClick r:id="" action="ppaction://media"/>
            <a:extLst>
              <a:ext uri="{FF2B5EF4-FFF2-40B4-BE49-F238E27FC236}">
                <a16:creationId xmlns:a16="http://schemas.microsoft.com/office/drawing/2014/main" id="{0F6F06D0-44F6-9087-B462-088CEF6DECD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0" y="685800"/>
            <a:ext cx="4191000" cy="55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424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3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7B7C1-2442-8A0B-5FC8-6399F8AAE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187E44C-268D-3FC0-8E44-92F5AF114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81A127-E204-6412-0605-A30A08A1C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pic>
        <p:nvPicPr>
          <p:cNvPr id="7" name="Imagen 6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4F13A8F5-3BB4-FA5C-24B8-C29697F55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684" y="1787446"/>
            <a:ext cx="2342634" cy="328310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909D68E-E099-12A0-4367-910D66B81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161" y="1987779"/>
            <a:ext cx="2056742" cy="2882441"/>
          </a:xfrm>
          <a:prstGeom prst="rect">
            <a:avLst/>
          </a:prstGeom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E435290D-C03E-D8E3-39C1-2B70421F23DD}"/>
              </a:ext>
            </a:extLst>
          </p:cNvPr>
          <p:cNvSpPr txBox="1">
            <a:spLocks/>
          </p:cNvSpPr>
          <p:nvPr/>
        </p:nvSpPr>
        <p:spPr>
          <a:xfrm>
            <a:off x="3815317" y="1382728"/>
            <a:ext cx="4561369" cy="3687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2"/>
                </a:solidFill>
              </a:rPr>
              <a:t>Group 05 </a:t>
            </a:r>
            <a:r>
              <a:rPr lang="en-US" sz="3200" dirty="0">
                <a:solidFill>
                  <a:schemeClr val="accent2"/>
                </a:solidFill>
              </a:rPr>
              <a:t>vs</a:t>
            </a:r>
            <a:r>
              <a:rPr lang="en-US" sz="3200" b="1" dirty="0">
                <a:solidFill>
                  <a:schemeClr val="accent2"/>
                </a:solidFill>
              </a:rPr>
              <a:t> Group 08</a:t>
            </a:r>
            <a:br>
              <a:rPr lang="en-US" sz="3200" b="1" dirty="0">
                <a:solidFill>
                  <a:srgbClr val="595959"/>
                </a:solidFill>
              </a:rPr>
            </a:br>
            <a:br>
              <a:rPr lang="en-US" sz="3200" b="1" dirty="0">
                <a:solidFill>
                  <a:srgbClr val="595959"/>
                </a:solidFill>
              </a:rPr>
            </a:br>
            <a:r>
              <a:rPr lang="en-US" sz="3200" b="1" dirty="0">
                <a:solidFill>
                  <a:srgbClr val="595959"/>
                </a:solidFill>
              </a:rPr>
              <a:t>Result</a:t>
            </a:r>
            <a:br>
              <a:rPr lang="en-US" sz="3200" b="1" dirty="0">
                <a:solidFill>
                  <a:srgbClr val="595959"/>
                </a:solidFill>
              </a:rPr>
            </a:br>
            <a:br>
              <a:rPr lang="en-US" sz="3200" dirty="0">
                <a:solidFill>
                  <a:srgbClr val="595959"/>
                </a:solidFill>
              </a:rPr>
            </a:br>
            <a:r>
              <a:rPr lang="en-US" sz="3200" dirty="0">
                <a:solidFill>
                  <a:srgbClr val="595959"/>
                </a:solidFill>
              </a:rPr>
              <a:t>Group 05: 3 </a:t>
            </a:r>
            <a:br>
              <a:rPr lang="en-US" sz="3200" dirty="0">
                <a:solidFill>
                  <a:srgbClr val="595959"/>
                </a:solidFill>
              </a:rPr>
            </a:b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Group 08: 0</a:t>
            </a:r>
          </a:p>
        </p:txBody>
      </p:sp>
    </p:spTree>
    <p:extLst>
      <p:ext uri="{BB962C8B-B14F-4D97-AF65-F5344CB8AC3E}">
        <p14:creationId xmlns:p14="http://schemas.microsoft.com/office/powerpoint/2010/main" val="15220329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55AA6-FE4A-47BF-C5ED-66B7C8526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6C0261B2-3332-CE78-E88B-761775D6E195}"/>
              </a:ext>
            </a:extLst>
          </p:cNvPr>
          <p:cNvSpPr/>
          <p:nvPr/>
        </p:nvSpPr>
        <p:spPr>
          <a:xfrm>
            <a:off x="2603827" y="474080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04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E2383A91-925D-CE41-9E3A-15D8933D5D1E}"/>
              </a:ext>
            </a:extLst>
          </p:cNvPr>
          <p:cNvSpPr/>
          <p:nvPr/>
        </p:nvSpPr>
        <p:spPr>
          <a:xfrm>
            <a:off x="2603827" y="1576522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10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DF13009D-C765-A8CF-9759-DD8DA654D239}"/>
              </a:ext>
            </a:extLst>
          </p:cNvPr>
          <p:cNvSpPr/>
          <p:nvPr/>
        </p:nvSpPr>
        <p:spPr>
          <a:xfrm>
            <a:off x="2603827" y="224172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09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84FDD191-254A-0E77-D50C-61F1D36CB77C}"/>
              </a:ext>
            </a:extLst>
          </p:cNvPr>
          <p:cNvSpPr/>
          <p:nvPr/>
        </p:nvSpPr>
        <p:spPr>
          <a:xfrm>
            <a:off x="2603827" y="280189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01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80DEDC62-0741-0D19-254A-D04CDE86D44D}"/>
              </a:ext>
            </a:extLst>
          </p:cNvPr>
          <p:cNvSpPr/>
          <p:nvPr/>
        </p:nvSpPr>
        <p:spPr>
          <a:xfrm>
            <a:off x="2603827" y="372932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07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A1EA94EA-E3E0-CAA7-93AF-13AC6D4612D0}"/>
              </a:ext>
            </a:extLst>
          </p:cNvPr>
          <p:cNvSpPr/>
          <p:nvPr/>
        </p:nvSpPr>
        <p:spPr>
          <a:xfrm>
            <a:off x="2603827" y="428949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02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0CE498AE-79DA-E440-FDFF-0E58EB4600B7}"/>
              </a:ext>
            </a:extLst>
          </p:cNvPr>
          <p:cNvSpPr/>
          <p:nvPr/>
        </p:nvSpPr>
        <p:spPr>
          <a:xfrm>
            <a:off x="2603827" y="517798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05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831A0650-8F26-C179-D3C6-E99ADAF792BF}"/>
              </a:ext>
            </a:extLst>
          </p:cNvPr>
          <p:cNvSpPr/>
          <p:nvPr/>
        </p:nvSpPr>
        <p:spPr>
          <a:xfrm>
            <a:off x="2603827" y="57381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08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A36022E7-9F27-F356-A1D9-524AD9C001BC}"/>
              </a:ext>
            </a:extLst>
          </p:cNvPr>
          <p:cNvSpPr/>
          <p:nvPr/>
        </p:nvSpPr>
        <p:spPr>
          <a:xfrm>
            <a:off x="5128724" y="1026977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8AE0B7F1-D31E-0395-DCEE-78AB907119FD}"/>
              </a:ext>
            </a:extLst>
          </p:cNvPr>
          <p:cNvSpPr/>
          <p:nvPr/>
        </p:nvSpPr>
        <p:spPr>
          <a:xfrm>
            <a:off x="4347565" y="698661"/>
            <a:ext cx="781159" cy="112240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3B578107-3FE4-DBF4-D260-2FB8760C18CE}"/>
              </a:ext>
            </a:extLst>
          </p:cNvPr>
          <p:cNvSpPr/>
          <p:nvPr/>
        </p:nvSpPr>
        <p:spPr>
          <a:xfrm>
            <a:off x="5128724" y="247563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17" name="Cerrar llave 16">
            <a:extLst>
              <a:ext uri="{FF2B5EF4-FFF2-40B4-BE49-F238E27FC236}">
                <a16:creationId xmlns:a16="http://schemas.microsoft.com/office/drawing/2014/main" id="{E9861699-6F53-8824-EB87-83F5FB9FA6C7}"/>
              </a:ext>
            </a:extLst>
          </p:cNvPr>
          <p:cNvSpPr/>
          <p:nvPr/>
        </p:nvSpPr>
        <p:spPr>
          <a:xfrm>
            <a:off x="4347565" y="2475637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407E82C2-5B0C-6A31-7A59-043AEF21310D}"/>
              </a:ext>
            </a:extLst>
          </p:cNvPr>
          <p:cNvSpPr/>
          <p:nvPr/>
        </p:nvSpPr>
        <p:spPr>
          <a:xfrm>
            <a:off x="5128724" y="396324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19" name="Cerrar llave 18">
            <a:extLst>
              <a:ext uri="{FF2B5EF4-FFF2-40B4-BE49-F238E27FC236}">
                <a16:creationId xmlns:a16="http://schemas.microsoft.com/office/drawing/2014/main" id="{80BC3BD7-230A-3195-DE02-A49D75AC23FB}"/>
              </a:ext>
            </a:extLst>
          </p:cNvPr>
          <p:cNvSpPr/>
          <p:nvPr/>
        </p:nvSpPr>
        <p:spPr>
          <a:xfrm>
            <a:off x="4347565" y="396323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813D1D40-E490-82FF-B88B-87850D4101FD}"/>
              </a:ext>
            </a:extLst>
          </p:cNvPr>
          <p:cNvSpPr/>
          <p:nvPr/>
        </p:nvSpPr>
        <p:spPr>
          <a:xfrm>
            <a:off x="5128724" y="540615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05</a:t>
            </a:r>
          </a:p>
        </p:txBody>
      </p:sp>
      <p:sp>
        <p:nvSpPr>
          <p:cNvPr id="21" name="Cerrar llave 20">
            <a:extLst>
              <a:ext uri="{FF2B5EF4-FFF2-40B4-BE49-F238E27FC236}">
                <a16:creationId xmlns:a16="http://schemas.microsoft.com/office/drawing/2014/main" id="{DB2987D1-1BBE-A1E5-A1D8-104011225EBD}"/>
              </a:ext>
            </a:extLst>
          </p:cNvPr>
          <p:cNvSpPr/>
          <p:nvPr/>
        </p:nvSpPr>
        <p:spPr>
          <a:xfrm>
            <a:off x="4347565" y="5406152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D1E0F451-4A45-A300-932F-BBE371287FC2}"/>
              </a:ext>
            </a:extLst>
          </p:cNvPr>
          <p:cNvSpPr/>
          <p:nvPr/>
        </p:nvSpPr>
        <p:spPr>
          <a:xfrm>
            <a:off x="7653621" y="171220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3" name="Cerrar llave 22">
            <a:extLst>
              <a:ext uri="{FF2B5EF4-FFF2-40B4-BE49-F238E27FC236}">
                <a16:creationId xmlns:a16="http://schemas.microsoft.com/office/drawing/2014/main" id="{415CE4C7-05B8-FDB6-4588-0D4E33F8D644}"/>
              </a:ext>
            </a:extLst>
          </p:cNvPr>
          <p:cNvSpPr/>
          <p:nvPr/>
        </p:nvSpPr>
        <p:spPr>
          <a:xfrm>
            <a:off x="6872462" y="1256771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6FCF8497-E820-4317-D9D2-E7FAAFE20408}"/>
              </a:ext>
            </a:extLst>
          </p:cNvPr>
          <p:cNvSpPr/>
          <p:nvPr/>
        </p:nvSpPr>
        <p:spPr>
          <a:xfrm>
            <a:off x="7653621" y="46797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5" name="Cerrar llave 24">
            <a:extLst>
              <a:ext uri="{FF2B5EF4-FFF2-40B4-BE49-F238E27FC236}">
                <a16:creationId xmlns:a16="http://schemas.microsoft.com/office/drawing/2014/main" id="{DE980603-C6A7-71FB-89DC-51763A93D550}"/>
              </a:ext>
            </a:extLst>
          </p:cNvPr>
          <p:cNvSpPr/>
          <p:nvPr/>
        </p:nvSpPr>
        <p:spPr>
          <a:xfrm>
            <a:off x="6872462" y="4224329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83071B99-CBC2-F053-554E-FA5C64F3195F}"/>
              </a:ext>
            </a:extLst>
          </p:cNvPr>
          <p:cNvSpPr/>
          <p:nvPr/>
        </p:nvSpPr>
        <p:spPr>
          <a:xfrm>
            <a:off x="10178518" y="3195084"/>
            <a:ext cx="1743738" cy="4678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---</a:t>
            </a:r>
          </a:p>
        </p:txBody>
      </p:sp>
      <p:sp>
        <p:nvSpPr>
          <p:cNvPr id="31" name="Cerrar llave 30">
            <a:extLst>
              <a:ext uri="{FF2B5EF4-FFF2-40B4-BE49-F238E27FC236}">
                <a16:creationId xmlns:a16="http://schemas.microsoft.com/office/drawing/2014/main" id="{57353E76-D75F-505F-D6D7-0F1A886E1D50}"/>
              </a:ext>
            </a:extLst>
          </p:cNvPr>
          <p:cNvSpPr/>
          <p:nvPr/>
        </p:nvSpPr>
        <p:spPr>
          <a:xfrm>
            <a:off x="9397359" y="1946118"/>
            <a:ext cx="781159" cy="296576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8CE9B324-DFA9-D020-D464-8E88CE80123D}"/>
              </a:ext>
            </a:extLst>
          </p:cNvPr>
          <p:cNvSpPr/>
          <p:nvPr/>
        </p:nvSpPr>
        <p:spPr>
          <a:xfrm>
            <a:off x="78930" y="184175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04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A4541B5C-17F5-C621-5C60-871CA069FE8C}"/>
              </a:ext>
            </a:extLst>
          </p:cNvPr>
          <p:cNvSpPr/>
          <p:nvPr/>
        </p:nvSpPr>
        <p:spPr>
          <a:xfrm>
            <a:off x="78930" y="74434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06</a:t>
            </a:r>
          </a:p>
        </p:txBody>
      </p:sp>
      <p:sp>
        <p:nvSpPr>
          <p:cNvPr id="8" name="Cerrar llave 14">
            <a:extLst>
              <a:ext uri="{FF2B5EF4-FFF2-40B4-BE49-F238E27FC236}">
                <a16:creationId xmlns:a16="http://schemas.microsoft.com/office/drawing/2014/main" id="{327E0B6E-6CC0-45F8-CF25-114CCF64D7D6}"/>
              </a:ext>
            </a:extLst>
          </p:cNvPr>
          <p:cNvSpPr/>
          <p:nvPr/>
        </p:nvSpPr>
        <p:spPr>
          <a:xfrm>
            <a:off x="1822668" y="41808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72E5B2BC-6CDF-D651-BF31-41D7F524351B}"/>
              </a:ext>
            </a:extLst>
          </p:cNvPr>
          <p:cNvSpPr/>
          <p:nvPr/>
        </p:nvSpPr>
        <p:spPr>
          <a:xfrm>
            <a:off x="78930" y="130452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10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A3C9E9AA-9E8D-EFAD-A1AA-20C7F98D80A3}"/>
              </a:ext>
            </a:extLst>
          </p:cNvPr>
          <p:cNvSpPr/>
          <p:nvPr/>
        </p:nvSpPr>
        <p:spPr>
          <a:xfrm>
            <a:off x="78930" y="186469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03</a:t>
            </a:r>
          </a:p>
        </p:txBody>
      </p:sp>
      <p:sp>
        <p:nvSpPr>
          <p:cNvPr id="27" name="Cerrar llave 14">
            <a:extLst>
              <a:ext uri="{FF2B5EF4-FFF2-40B4-BE49-F238E27FC236}">
                <a16:creationId xmlns:a16="http://schemas.microsoft.com/office/drawing/2014/main" id="{E9923F18-CB69-7E84-3778-943F5DF5A51F}"/>
              </a:ext>
            </a:extLst>
          </p:cNvPr>
          <p:cNvSpPr/>
          <p:nvPr/>
        </p:nvSpPr>
        <p:spPr>
          <a:xfrm>
            <a:off x="1822668" y="1538435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442D456-A1A5-7DC2-DF88-9EC278AF435A}"/>
              </a:ext>
            </a:extLst>
          </p:cNvPr>
          <p:cNvSpPr txBox="1"/>
          <p:nvPr/>
        </p:nvSpPr>
        <p:spPr>
          <a:xfrm>
            <a:off x="233295" y="6397890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Initial Round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A13DE52-01D3-F2DD-9ED3-2E09795635EF}"/>
              </a:ext>
            </a:extLst>
          </p:cNvPr>
          <p:cNvSpPr txBox="1"/>
          <p:nvPr/>
        </p:nvSpPr>
        <p:spPr>
          <a:xfrm>
            <a:off x="2702664" y="6394030"/>
            <a:ext cx="154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Quarter finals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B343D9A-ADDB-4465-EB10-120AAB15C1EF}"/>
              </a:ext>
            </a:extLst>
          </p:cNvPr>
          <p:cNvSpPr txBox="1"/>
          <p:nvPr/>
        </p:nvSpPr>
        <p:spPr>
          <a:xfrm>
            <a:off x="5384078" y="6394030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Semifinals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F0A44D0-2EFB-A492-0F09-78CA8B20F274}"/>
              </a:ext>
            </a:extLst>
          </p:cNvPr>
          <p:cNvSpPr txBox="1"/>
          <p:nvPr/>
        </p:nvSpPr>
        <p:spPr>
          <a:xfrm>
            <a:off x="8192033" y="6394030"/>
            <a:ext cx="66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1250946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6ABFC3-3F99-330F-690B-BFF31E82C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07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02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1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07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0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02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0</a:t>
            </a:r>
          </a:p>
        </p:txBody>
      </p:sp>
      <p:pic>
        <p:nvPicPr>
          <p:cNvPr id="4" name="M1-07_02_v2">
            <a:hlinkClick r:id="" action="ppaction://media"/>
            <a:extLst>
              <a:ext uri="{FF2B5EF4-FFF2-40B4-BE49-F238E27FC236}">
                <a16:creationId xmlns:a16="http://schemas.microsoft.com/office/drawing/2014/main" id="{6105B674-BFB5-D23D-DF79-CFC86A22B7E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8263" y="685800"/>
            <a:ext cx="4177937" cy="54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829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22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27D59D-2E24-7C85-97A2-3DDAE0067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ED14A18-B26B-DB44-62E7-8C8FE7DAA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A7A328-D169-2682-90CE-2A01799C2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CA783E-117C-A8D3-F2EF-D094DD75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07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02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2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07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0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02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1</a:t>
            </a:r>
          </a:p>
        </p:txBody>
      </p:sp>
      <p:pic>
        <p:nvPicPr>
          <p:cNvPr id="3" name="M2-02_07_v2">
            <a:hlinkClick r:id="" action="ppaction://media"/>
            <a:extLst>
              <a:ext uri="{FF2B5EF4-FFF2-40B4-BE49-F238E27FC236}">
                <a16:creationId xmlns:a16="http://schemas.microsoft.com/office/drawing/2014/main" id="{300DB36F-A103-F8D3-0B90-C14B4D0A80E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0" y="685800"/>
            <a:ext cx="4191000" cy="55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776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0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C0D406-0438-E2DF-5F7C-537F730AF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95DBCD-3540-B70B-8CAB-E8724826E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DF43E8-ECE6-A708-B1E1-3564176E0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A4A29C-B719-C6FB-E304-DAF08C344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07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02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3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07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1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02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1</a:t>
            </a:r>
          </a:p>
        </p:txBody>
      </p:sp>
      <p:pic>
        <p:nvPicPr>
          <p:cNvPr id="3" name="M3-07_02_v2">
            <a:hlinkClick r:id="" action="ppaction://media"/>
            <a:extLst>
              <a:ext uri="{FF2B5EF4-FFF2-40B4-BE49-F238E27FC236}">
                <a16:creationId xmlns:a16="http://schemas.microsoft.com/office/drawing/2014/main" id="{BE1E1846-ABDF-9DBF-E7F7-539BFB491C0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8263" y="685800"/>
            <a:ext cx="4177937" cy="54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2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4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8D47E6-DD94-0845-5B50-6560237B5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A1EEE9-A8C2-9FCA-660F-17655BAC1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EB1300-F420-0FBE-7747-E90929E55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4B7054-09E3-3A71-F8D6-3F8573FE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07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02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4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07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2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02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1</a:t>
            </a:r>
          </a:p>
        </p:txBody>
      </p:sp>
      <p:pic>
        <p:nvPicPr>
          <p:cNvPr id="3" name="M4-02_07_v2">
            <a:hlinkClick r:id="" action="ppaction://media"/>
            <a:extLst>
              <a:ext uri="{FF2B5EF4-FFF2-40B4-BE49-F238E27FC236}">
                <a16:creationId xmlns:a16="http://schemas.microsoft.com/office/drawing/2014/main" id="{F93FEE42-2989-454A-B939-388C6A1DA2A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8263" y="685800"/>
            <a:ext cx="4177937" cy="54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11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86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7B7C1-2442-8A0B-5FC8-6399F8AAE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187E44C-268D-3FC0-8E44-92F5AF114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81A127-E204-6412-0605-A30A08A1C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pic>
        <p:nvPicPr>
          <p:cNvPr id="7" name="Imagen 6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4F13A8F5-3BB4-FA5C-24B8-C29697F55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684" y="1787446"/>
            <a:ext cx="2342634" cy="328310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909D68E-E099-12A0-4367-910D66B81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161" y="1987779"/>
            <a:ext cx="2056742" cy="2882441"/>
          </a:xfrm>
          <a:prstGeom prst="rect">
            <a:avLst/>
          </a:prstGeom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E435290D-C03E-D8E3-39C1-2B70421F23DD}"/>
              </a:ext>
            </a:extLst>
          </p:cNvPr>
          <p:cNvSpPr txBox="1">
            <a:spLocks/>
          </p:cNvSpPr>
          <p:nvPr/>
        </p:nvSpPr>
        <p:spPr>
          <a:xfrm>
            <a:off x="3815317" y="1382728"/>
            <a:ext cx="4561369" cy="3687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2"/>
                </a:solidFill>
              </a:rPr>
              <a:t>Group 07 </a:t>
            </a:r>
            <a:r>
              <a:rPr lang="en-US" sz="3200" dirty="0">
                <a:solidFill>
                  <a:schemeClr val="accent2"/>
                </a:solidFill>
              </a:rPr>
              <a:t>vs</a:t>
            </a:r>
            <a:r>
              <a:rPr lang="en-US" sz="3200" b="1" dirty="0">
                <a:solidFill>
                  <a:schemeClr val="accent2"/>
                </a:solidFill>
              </a:rPr>
              <a:t> Group 02</a:t>
            </a:r>
            <a:br>
              <a:rPr lang="en-US" sz="3200" b="1" dirty="0">
                <a:solidFill>
                  <a:srgbClr val="595959"/>
                </a:solidFill>
              </a:rPr>
            </a:br>
            <a:br>
              <a:rPr lang="en-US" sz="3200" b="1" dirty="0">
                <a:solidFill>
                  <a:srgbClr val="595959"/>
                </a:solidFill>
              </a:rPr>
            </a:br>
            <a:r>
              <a:rPr lang="en-US" sz="3200" b="1" dirty="0">
                <a:solidFill>
                  <a:srgbClr val="595959"/>
                </a:solidFill>
              </a:rPr>
              <a:t>Result</a:t>
            </a:r>
            <a:br>
              <a:rPr lang="en-US" sz="3200" b="1" dirty="0">
                <a:solidFill>
                  <a:srgbClr val="595959"/>
                </a:solidFill>
              </a:rPr>
            </a:br>
            <a:br>
              <a:rPr lang="en-US" sz="3200" dirty="0">
                <a:solidFill>
                  <a:srgbClr val="595959"/>
                </a:solidFill>
              </a:rPr>
            </a:br>
            <a:r>
              <a:rPr lang="en-US" sz="3200" dirty="0">
                <a:solidFill>
                  <a:srgbClr val="595959"/>
                </a:solidFill>
              </a:rPr>
              <a:t>Group 07: 3 </a:t>
            </a:r>
            <a:br>
              <a:rPr lang="en-US" sz="3200" dirty="0">
                <a:solidFill>
                  <a:srgbClr val="595959"/>
                </a:solidFill>
              </a:rPr>
            </a:b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Group 02: 1</a:t>
            </a:r>
          </a:p>
        </p:txBody>
      </p:sp>
    </p:spTree>
    <p:extLst>
      <p:ext uri="{BB962C8B-B14F-4D97-AF65-F5344CB8AC3E}">
        <p14:creationId xmlns:p14="http://schemas.microsoft.com/office/powerpoint/2010/main" val="14675022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3E4DB-AE84-9FC4-9959-143E0F9B8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5853A1E6-5335-0B67-7298-E3D8E0F3DDB9}"/>
              </a:ext>
            </a:extLst>
          </p:cNvPr>
          <p:cNvSpPr/>
          <p:nvPr/>
        </p:nvSpPr>
        <p:spPr>
          <a:xfrm>
            <a:off x="2603827" y="474080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04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8A27217A-0B6F-7986-F21B-77D1B6DBB04B}"/>
              </a:ext>
            </a:extLst>
          </p:cNvPr>
          <p:cNvSpPr/>
          <p:nvPr/>
        </p:nvSpPr>
        <p:spPr>
          <a:xfrm>
            <a:off x="2603827" y="1576522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10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F1962E89-E841-CE60-0E15-64DE7A3C3F7D}"/>
              </a:ext>
            </a:extLst>
          </p:cNvPr>
          <p:cNvSpPr/>
          <p:nvPr/>
        </p:nvSpPr>
        <p:spPr>
          <a:xfrm>
            <a:off x="2603827" y="224172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09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96A08C0F-B1C6-F3D0-4F2B-153D3ADA145A}"/>
              </a:ext>
            </a:extLst>
          </p:cNvPr>
          <p:cNvSpPr/>
          <p:nvPr/>
        </p:nvSpPr>
        <p:spPr>
          <a:xfrm>
            <a:off x="2603827" y="280189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01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8BA7D40A-BAE4-5698-A167-3192120F6124}"/>
              </a:ext>
            </a:extLst>
          </p:cNvPr>
          <p:cNvSpPr/>
          <p:nvPr/>
        </p:nvSpPr>
        <p:spPr>
          <a:xfrm>
            <a:off x="2603827" y="372932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07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A5EAE23E-D72B-FA43-9593-B33E21D10E93}"/>
              </a:ext>
            </a:extLst>
          </p:cNvPr>
          <p:cNvSpPr/>
          <p:nvPr/>
        </p:nvSpPr>
        <p:spPr>
          <a:xfrm>
            <a:off x="2603827" y="428949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02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3CBCF26D-F54A-794D-42FF-DAECF6BEE78C}"/>
              </a:ext>
            </a:extLst>
          </p:cNvPr>
          <p:cNvSpPr/>
          <p:nvPr/>
        </p:nvSpPr>
        <p:spPr>
          <a:xfrm>
            <a:off x="2603827" y="517798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05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123A3AEB-3054-114C-A7B7-42D0BEF82160}"/>
              </a:ext>
            </a:extLst>
          </p:cNvPr>
          <p:cNvSpPr/>
          <p:nvPr/>
        </p:nvSpPr>
        <p:spPr>
          <a:xfrm>
            <a:off x="2603827" y="57381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08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3CD6E365-7F12-FDE4-3E2D-525617813335}"/>
              </a:ext>
            </a:extLst>
          </p:cNvPr>
          <p:cNvSpPr/>
          <p:nvPr/>
        </p:nvSpPr>
        <p:spPr>
          <a:xfrm>
            <a:off x="5128724" y="1026977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8A9231D7-5AF9-2C0E-58A1-68D60DF4B5A2}"/>
              </a:ext>
            </a:extLst>
          </p:cNvPr>
          <p:cNvSpPr/>
          <p:nvPr/>
        </p:nvSpPr>
        <p:spPr>
          <a:xfrm>
            <a:off x="4347565" y="698661"/>
            <a:ext cx="781159" cy="112240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75E08F3C-22B8-B5FB-0A38-B89648E066D0}"/>
              </a:ext>
            </a:extLst>
          </p:cNvPr>
          <p:cNvSpPr/>
          <p:nvPr/>
        </p:nvSpPr>
        <p:spPr>
          <a:xfrm>
            <a:off x="5128724" y="247563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17" name="Cerrar llave 16">
            <a:extLst>
              <a:ext uri="{FF2B5EF4-FFF2-40B4-BE49-F238E27FC236}">
                <a16:creationId xmlns:a16="http://schemas.microsoft.com/office/drawing/2014/main" id="{24AEC8ED-D550-A520-2338-0E79BD596333}"/>
              </a:ext>
            </a:extLst>
          </p:cNvPr>
          <p:cNvSpPr/>
          <p:nvPr/>
        </p:nvSpPr>
        <p:spPr>
          <a:xfrm>
            <a:off x="4347565" y="2475637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0A10FA85-820F-0DC8-EB7F-6FEA1ECB17D9}"/>
              </a:ext>
            </a:extLst>
          </p:cNvPr>
          <p:cNvSpPr/>
          <p:nvPr/>
        </p:nvSpPr>
        <p:spPr>
          <a:xfrm>
            <a:off x="5128724" y="396324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07</a:t>
            </a:r>
          </a:p>
        </p:txBody>
      </p:sp>
      <p:sp>
        <p:nvSpPr>
          <p:cNvPr id="19" name="Cerrar llave 18">
            <a:extLst>
              <a:ext uri="{FF2B5EF4-FFF2-40B4-BE49-F238E27FC236}">
                <a16:creationId xmlns:a16="http://schemas.microsoft.com/office/drawing/2014/main" id="{90CA43E1-351F-A32D-815D-88D9D665724B}"/>
              </a:ext>
            </a:extLst>
          </p:cNvPr>
          <p:cNvSpPr/>
          <p:nvPr/>
        </p:nvSpPr>
        <p:spPr>
          <a:xfrm>
            <a:off x="4347565" y="396323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84472865-A207-33CC-CFCC-FAADB397646B}"/>
              </a:ext>
            </a:extLst>
          </p:cNvPr>
          <p:cNvSpPr/>
          <p:nvPr/>
        </p:nvSpPr>
        <p:spPr>
          <a:xfrm>
            <a:off x="5128724" y="540615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05</a:t>
            </a:r>
          </a:p>
        </p:txBody>
      </p:sp>
      <p:sp>
        <p:nvSpPr>
          <p:cNvPr id="21" name="Cerrar llave 20">
            <a:extLst>
              <a:ext uri="{FF2B5EF4-FFF2-40B4-BE49-F238E27FC236}">
                <a16:creationId xmlns:a16="http://schemas.microsoft.com/office/drawing/2014/main" id="{4EB982EB-0D78-6F27-C923-453FD60B9F10}"/>
              </a:ext>
            </a:extLst>
          </p:cNvPr>
          <p:cNvSpPr/>
          <p:nvPr/>
        </p:nvSpPr>
        <p:spPr>
          <a:xfrm>
            <a:off x="4347565" y="5406152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5380EC8F-43D0-F468-5CAB-825A6113B342}"/>
              </a:ext>
            </a:extLst>
          </p:cNvPr>
          <p:cNvSpPr/>
          <p:nvPr/>
        </p:nvSpPr>
        <p:spPr>
          <a:xfrm>
            <a:off x="7653621" y="171220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3" name="Cerrar llave 22">
            <a:extLst>
              <a:ext uri="{FF2B5EF4-FFF2-40B4-BE49-F238E27FC236}">
                <a16:creationId xmlns:a16="http://schemas.microsoft.com/office/drawing/2014/main" id="{409177D8-F6DF-48A7-5EDF-9483766B1057}"/>
              </a:ext>
            </a:extLst>
          </p:cNvPr>
          <p:cNvSpPr/>
          <p:nvPr/>
        </p:nvSpPr>
        <p:spPr>
          <a:xfrm>
            <a:off x="6872462" y="1256771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BBA926BA-04CD-5EA7-ADF1-417EEDE37259}"/>
              </a:ext>
            </a:extLst>
          </p:cNvPr>
          <p:cNvSpPr/>
          <p:nvPr/>
        </p:nvSpPr>
        <p:spPr>
          <a:xfrm>
            <a:off x="7653621" y="46797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5" name="Cerrar llave 24">
            <a:extLst>
              <a:ext uri="{FF2B5EF4-FFF2-40B4-BE49-F238E27FC236}">
                <a16:creationId xmlns:a16="http://schemas.microsoft.com/office/drawing/2014/main" id="{16050530-641E-8416-240E-0243A7C193A7}"/>
              </a:ext>
            </a:extLst>
          </p:cNvPr>
          <p:cNvSpPr/>
          <p:nvPr/>
        </p:nvSpPr>
        <p:spPr>
          <a:xfrm>
            <a:off x="6872462" y="4224329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B6211FB3-CEE4-E93B-081C-3F0E7F09FFF9}"/>
              </a:ext>
            </a:extLst>
          </p:cNvPr>
          <p:cNvSpPr/>
          <p:nvPr/>
        </p:nvSpPr>
        <p:spPr>
          <a:xfrm>
            <a:off x="10178518" y="3195084"/>
            <a:ext cx="1743738" cy="4678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---</a:t>
            </a:r>
          </a:p>
        </p:txBody>
      </p:sp>
      <p:sp>
        <p:nvSpPr>
          <p:cNvPr id="31" name="Cerrar llave 30">
            <a:extLst>
              <a:ext uri="{FF2B5EF4-FFF2-40B4-BE49-F238E27FC236}">
                <a16:creationId xmlns:a16="http://schemas.microsoft.com/office/drawing/2014/main" id="{1E36D355-C410-5ED6-3809-128E28019DFB}"/>
              </a:ext>
            </a:extLst>
          </p:cNvPr>
          <p:cNvSpPr/>
          <p:nvPr/>
        </p:nvSpPr>
        <p:spPr>
          <a:xfrm>
            <a:off x="9397359" y="1946118"/>
            <a:ext cx="781159" cy="296576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02B1D509-B0FE-395F-C1F1-C8D356611490}"/>
              </a:ext>
            </a:extLst>
          </p:cNvPr>
          <p:cNvSpPr/>
          <p:nvPr/>
        </p:nvSpPr>
        <p:spPr>
          <a:xfrm>
            <a:off x="78930" y="184175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04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6949D43D-FFCF-E406-532C-EC6E9F289855}"/>
              </a:ext>
            </a:extLst>
          </p:cNvPr>
          <p:cNvSpPr/>
          <p:nvPr/>
        </p:nvSpPr>
        <p:spPr>
          <a:xfrm>
            <a:off x="78930" y="74434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06</a:t>
            </a:r>
          </a:p>
        </p:txBody>
      </p:sp>
      <p:sp>
        <p:nvSpPr>
          <p:cNvPr id="8" name="Cerrar llave 14">
            <a:extLst>
              <a:ext uri="{FF2B5EF4-FFF2-40B4-BE49-F238E27FC236}">
                <a16:creationId xmlns:a16="http://schemas.microsoft.com/office/drawing/2014/main" id="{54F15151-FD02-6E88-7121-17C512DA1EDC}"/>
              </a:ext>
            </a:extLst>
          </p:cNvPr>
          <p:cNvSpPr/>
          <p:nvPr/>
        </p:nvSpPr>
        <p:spPr>
          <a:xfrm>
            <a:off x="1822668" y="41808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AF5E3ED1-3C68-DB37-4172-D5C068019F3B}"/>
              </a:ext>
            </a:extLst>
          </p:cNvPr>
          <p:cNvSpPr/>
          <p:nvPr/>
        </p:nvSpPr>
        <p:spPr>
          <a:xfrm>
            <a:off x="78930" y="130452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10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28200D88-0693-AFED-9538-10D8FD3B087A}"/>
              </a:ext>
            </a:extLst>
          </p:cNvPr>
          <p:cNvSpPr/>
          <p:nvPr/>
        </p:nvSpPr>
        <p:spPr>
          <a:xfrm>
            <a:off x="78930" y="186469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03</a:t>
            </a:r>
          </a:p>
        </p:txBody>
      </p:sp>
      <p:sp>
        <p:nvSpPr>
          <p:cNvPr id="27" name="Cerrar llave 14">
            <a:extLst>
              <a:ext uri="{FF2B5EF4-FFF2-40B4-BE49-F238E27FC236}">
                <a16:creationId xmlns:a16="http://schemas.microsoft.com/office/drawing/2014/main" id="{913C722F-256F-43F1-A5C4-7F77049475F4}"/>
              </a:ext>
            </a:extLst>
          </p:cNvPr>
          <p:cNvSpPr/>
          <p:nvPr/>
        </p:nvSpPr>
        <p:spPr>
          <a:xfrm>
            <a:off x="1822668" y="1538435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1AFBF5F-B26D-7C09-9165-97C76E3C138D}"/>
              </a:ext>
            </a:extLst>
          </p:cNvPr>
          <p:cNvSpPr txBox="1"/>
          <p:nvPr/>
        </p:nvSpPr>
        <p:spPr>
          <a:xfrm>
            <a:off x="233295" y="6397890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Initial Round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8D48183-1400-249E-E7B2-178584290274}"/>
              </a:ext>
            </a:extLst>
          </p:cNvPr>
          <p:cNvSpPr txBox="1"/>
          <p:nvPr/>
        </p:nvSpPr>
        <p:spPr>
          <a:xfrm>
            <a:off x="2702664" y="6394030"/>
            <a:ext cx="154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Quarter finals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AE1B9B4-60A0-68D9-8C08-682DF6A4892E}"/>
              </a:ext>
            </a:extLst>
          </p:cNvPr>
          <p:cNvSpPr txBox="1"/>
          <p:nvPr/>
        </p:nvSpPr>
        <p:spPr>
          <a:xfrm>
            <a:off x="5384078" y="6394030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Semifinals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0B1FA03B-9C74-36B4-C16C-19F10F8DC428}"/>
              </a:ext>
            </a:extLst>
          </p:cNvPr>
          <p:cNvSpPr txBox="1"/>
          <p:nvPr/>
        </p:nvSpPr>
        <p:spPr>
          <a:xfrm>
            <a:off x="8192033" y="6394030"/>
            <a:ext cx="66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14671425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8D47E6-DD94-0845-5B50-6560237B5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A1EEE9-A8C2-9FCA-660F-17655BAC1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EB1300-F420-0FBE-7747-E90929E55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4B7054-09E3-3A71-F8D6-3F8573FE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09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01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</a:t>
            </a:r>
            <a:r>
              <a:rPr lang="en-US" sz="3200" b="1" dirty="0">
                <a:solidFill>
                  <a:srgbClr val="595959"/>
                </a:solidFill>
              </a:rPr>
              <a:t>1</a:t>
            </a: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09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3200" dirty="0">
                <a:solidFill>
                  <a:srgbClr val="595959"/>
                </a:solidFill>
              </a:rPr>
              <a:t>0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01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3200" dirty="0">
                <a:solidFill>
                  <a:srgbClr val="595959"/>
                </a:solidFill>
              </a:rPr>
              <a:t>0</a:t>
            </a:r>
            <a:endParaRPr lang="en-US" sz="3200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M1-09_01_v2">
            <a:hlinkClick r:id="" action="ppaction://media"/>
            <a:extLst>
              <a:ext uri="{FF2B5EF4-FFF2-40B4-BE49-F238E27FC236}">
                <a16:creationId xmlns:a16="http://schemas.microsoft.com/office/drawing/2014/main" id="{2CD64597-F286-C01C-D01F-CDA70F7BE4A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8263" y="685800"/>
            <a:ext cx="4177937" cy="54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26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06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057BF5-75BF-37A2-365B-D4A6D22F0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C76A49-A496-4F02-5628-1EB4BFDCE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BC9599-2CEB-A6DA-A973-C4E1DBFBC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F8591B-8909-BD69-15C9-A90C4B6BF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09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01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2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09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3200" dirty="0">
                <a:solidFill>
                  <a:srgbClr val="595959"/>
                </a:solidFill>
              </a:rPr>
              <a:t>0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01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1</a:t>
            </a:r>
          </a:p>
        </p:txBody>
      </p:sp>
      <p:pic>
        <p:nvPicPr>
          <p:cNvPr id="3" name="M2-01_09_v2">
            <a:hlinkClick r:id="" action="ppaction://media"/>
            <a:extLst>
              <a:ext uri="{FF2B5EF4-FFF2-40B4-BE49-F238E27FC236}">
                <a16:creationId xmlns:a16="http://schemas.microsoft.com/office/drawing/2014/main" id="{4DEA05E9-EA2D-D5F6-24B0-F641DE8F84D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0" y="685800"/>
            <a:ext cx="4191000" cy="55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00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0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A49FE1-690C-0C3F-7C13-BD74CFE9E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5A5F28-4F95-80F9-A14B-C59EA0CCE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AE9996-36E9-C675-2727-FDBD8F1FB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DD9AEB-B08F-15A3-0462-745420925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09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01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3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09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1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01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1</a:t>
            </a:r>
          </a:p>
        </p:txBody>
      </p:sp>
      <p:pic>
        <p:nvPicPr>
          <p:cNvPr id="3" name="M3-09_01_v2">
            <a:hlinkClick r:id="" action="ppaction://media"/>
            <a:extLst>
              <a:ext uri="{FF2B5EF4-FFF2-40B4-BE49-F238E27FC236}">
                <a16:creationId xmlns:a16="http://schemas.microsoft.com/office/drawing/2014/main" id="{6D3F48FA-BDFF-77C9-0E19-8EDFBEB73ED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8263" y="685800"/>
            <a:ext cx="4177937" cy="54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019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88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72CD4-82F0-BF45-EFB4-DF226E409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BF19B5-5155-4001-7361-DDEC43B93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FBB305-5ECB-012B-1337-6A0244040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4B4214-4373-68E5-616A-009682C5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09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01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4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09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1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01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2</a:t>
            </a:r>
          </a:p>
        </p:txBody>
      </p:sp>
      <p:pic>
        <p:nvPicPr>
          <p:cNvPr id="3" name="M4-01_09_v2">
            <a:hlinkClick r:id="" action="ppaction://media"/>
            <a:extLst>
              <a:ext uri="{FF2B5EF4-FFF2-40B4-BE49-F238E27FC236}">
                <a16:creationId xmlns:a16="http://schemas.microsoft.com/office/drawing/2014/main" id="{8ABE3C01-9610-C8CD-62E3-3E3806B385D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8263" y="685800"/>
            <a:ext cx="4177937" cy="54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262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4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638B60-6141-07E6-0A5E-D0E4F3FA5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7828CF-1763-4E3D-FBBD-2A9EE1555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1E0D8-3929-645D-C751-8EB9DC59F3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E834F2D-1A8E-6523-E56F-EA631BC05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09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01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5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09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2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01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2</a:t>
            </a:r>
          </a:p>
        </p:txBody>
      </p:sp>
      <p:pic>
        <p:nvPicPr>
          <p:cNvPr id="3" name="M5-09_01_v2">
            <a:hlinkClick r:id="" action="ppaction://media"/>
            <a:extLst>
              <a:ext uri="{FF2B5EF4-FFF2-40B4-BE49-F238E27FC236}">
                <a16:creationId xmlns:a16="http://schemas.microsoft.com/office/drawing/2014/main" id="{EE53C79E-9FB1-A808-F06E-C2F5B257ACD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8263" y="685800"/>
            <a:ext cx="4177937" cy="54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7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1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F4D242-DFAE-7A29-EE91-3D5318DB6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9BF5C79-8AC0-DAB4-1C4B-B50DB005D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53B38E-374D-145C-619F-681731996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pic>
        <p:nvPicPr>
          <p:cNvPr id="7" name="Imagen 6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F950C336-E682-4F30-CE39-9A7DB7AB5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684" y="1787446"/>
            <a:ext cx="2342634" cy="328310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B49A187-2EAD-F681-F1B7-168C25876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161" y="1987779"/>
            <a:ext cx="2056742" cy="2882441"/>
          </a:xfrm>
          <a:prstGeom prst="rect">
            <a:avLst/>
          </a:prstGeom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24C2ACFD-3D06-AA5A-FDC2-F6576421174A}"/>
              </a:ext>
            </a:extLst>
          </p:cNvPr>
          <p:cNvSpPr txBox="1">
            <a:spLocks/>
          </p:cNvSpPr>
          <p:nvPr/>
        </p:nvSpPr>
        <p:spPr>
          <a:xfrm>
            <a:off x="3815317" y="1382728"/>
            <a:ext cx="4561369" cy="3687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2"/>
                </a:solidFill>
              </a:rPr>
              <a:t>Group 09 </a:t>
            </a:r>
            <a:r>
              <a:rPr lang="en-US" sz="3200" dirty="0">
                <a:solidFill>
                  <a:schemeClr val="accent2"/>
                </a:solidFill>
              </a:rPr>
              <a:t>vs</a:t>
            </a:r>
            <a:r>
              <a:rPr lang="en-US" sz="3200" b="1" dirty="0">
                <a:solidFill>
                  <a:schemeClr val="accent2"/>
                </a:solidFill>
              </a:rPr>
              <a:t> Group 01</a:t>
            </a:r>
            <a:br>
              <a:rPr lang="en-US" sz="3200" b="1" dirty="0">
                <a:solidFill>
                  <a:srgbClr val="595959"/>
                </a:solidFill>
              </a:rPr>
            </a:br>
            <a:br>
              <a:rPr lang="en-US" sz="3200" b="1" dirty="0">
                <a:solidFill>
                  <a:srgbClr val="595959"/>
                </a:solidFill>
              </a:rPr>
            </a:br>
            <a:r>
              <a:rPr lang="en-US" sz="3200" b="1" dirty="0">
                <a:solidFill>
                  <a:srgbClr val="595959"/>
                </a:solidFill>
              </a:rPr>
              <a:t>Result</a:t>
            </a:r>
            <a:br>
              <a:rPr lang="en-US" sz="3200" b="1" dirty="0">
                <a:solidFill>
                  <a:srgbClr val="595959"/>
                </a:solidFill>
              </a:rPr>
            </a:br>
            <a:br>
              <a:rPr lang="en-US" sz="3200" dirty="0">
                <a:solidFill>
                  <a:srgbClr val="595959"/>
                </a:solidFill>
              </a:rPr>
            </a:b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Group 09: 2 </a:t>
            </a:r>
            <a:br>
              <a:rPr lang="en-US" sz="3200" dirty="0">
                <a:solidFill>
                  <a:srgbClr val="595959"/>
                </a:solidFill>
              </a:rPr>
            </a:br>
            <a:r>
              <a:rPr lang="en-US" sz="3200" dirty="0">
                <a:solidFill>
                  <a:srgbClr val="595959"/>
                </a:solidFill>
              </a:rPr>
              <a:t>Group 01: 3</a:t>
            </a:r>
          </a:p>
        </p:txBody>
      </p:sp>
    </p:spTree>
    <p:extLst>
      <p:ext uri="{BB962C8B-B14F-4D97-AF65-F5344CB8AC3E}">
        <p14:creationId xmlns:p14="http://schemas.microsoft.com/office/powerpoint/2010/main" val="20233426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A63E8-EDA1-BD50-8BFA-676B6E939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54B25E5A-0037-4814-86C9-AAC6C8417CB6}"/>
              </a:ext>
            </a:extLst>
          </p:cNvPr>
          <p:cNvSpPr/>
          <p:nvPr/>
        </p:nvSpPr>
        <p:spPr>
          <a:xfrm>
            <a:off x="2603827" y="474080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04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ACF4E316-102C-8FD3-9122-83AF21F076C0}"/>
              </a:ext>
            </a:extLst>
          </p:cNvPr>
          <p:cNvSpPr/>
          <p:nvPr/>
        </p:nvSpPr>
        <p:spPr>
          <a:xfrm>
            <a:off x="2603827" y="1576522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10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6C1213B1-060B-9CC1-9B0E-FBC3B00DE9CD}"/>
              </a:ext>
            </a:extLst>
          </p:cNvPr>
          <p:cNvSpPr/>
          <p:nvPr/>
        </p:nvSpPr>
        <p:spPr>
          <a:xfrm>
            <a:off x="2603827" y="224172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09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E63A9186-049F-FAFD-809F-0DC1C8372687}"/>
              </a:ext>
            </a:extLst>
          </p:cNvPr>
          <p:cNvSpPr/>
          <p:nvPr/>
        </p:nvSpPr>
        <p:spPr>
          <a:xfrm>
            <a:off x="2603827" y="280189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01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283AA226-6749-41BD-3AFC-751B3C65BFB8}"/>
              </a:ext>
            </a:extLst>
          </p:cNvPr>
          <p:cNvSpPr/>
          <p:nvPr/>
        </p:nvSpPr>
        <p:spPr>
          <a:xfrm>
            <a:off x="2603827" y="372932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07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F6C2E5CC-A570-46E8-8F58-B00CC2564253}"/>
              </a:ext>
            </a:extLst>
          </p:cNvPr>
          <p:cNvSpPr/>
          <p:nvPr/>
        </p:nvSpPr>
        <p:spPr>
          <a:xfrm>
            <a:off x="2603827" y="428949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02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59068DA2-E8C3-D54C-878F-0E449D958646}"/>
              </a:ext>
            </a:extLst>
          </p:cNvPr>
          <p:cNvSpPr/>
          <p:nvPr/>
        </p:nvSpPr>
        <p:spPr>
          <a:xfrm>
            <a:off x="2603827" y="517798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05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22FE1F37-D91A-1A43-CC8C-AAA25388F10B}"/>
              </a:ext>
            </a:extLst>
          </p:cNvPr>
          <p:cNvSpPr/>
          <p:nvPr/>
        </p:nvSpPr>
        <p:spPr>
          <a:xfrm>
            <a:off x="2603827" y="57381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08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E4685634-B0AB-21D8-85D1-D00DC0ACFB9E}"/>
              </a:ext>
            </a:extLst>
          </p:cNvPr>
          <p:cNvSpPr/>
          <p:nvPr/>
        </p:nvSpPr>
        <p:spPr>
          <a:xfrm>
            <a:off x="5128724" y="1026977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745B91F2-AEEE-0051-2913-8E10E6976741}"/>
              </a:ext>
            </a:extLst>
          </p:cNvPr>
          <p:cNvSpPr/>
          <p:nvPr/>
        </p:nvSpPr>
        <p:spPr>
          <a:xfrm>
            <a:off x="4347565" y="698661"/>
            <a:ext cx="781159" cy="112240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7B3A434E-70FC-9F4B-C514-D556B0EBE172}"/>
              </a:ext>
            </a:extLst>
          </p:cNvPr>
          <p:cNvSpPr/>
          <p:nvPr/>
        </p:nvSpPr>
        <p:spPr>
          <a:xfrm>
            <a:off x="5128724" y="247563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01</a:t>
            </a:r>
          </a:p>
        </p:txBody>
      </p:sp>
      <p:sp>
        <p:nvSpPr>
          <p:cNvPr id="17" name="Cerrar llave 16">
            <a:extLst>
              <a:ext uri="{FF2B5EF4-FFF2-40B4-BE49-F238E27FC236}">
                <a16:creationId xmlns:a16="http://schemas.microsoft.com/office/drawing/2014/main" id="{9C17D8DF-35C8-1460-4B27-4089DF13611D}"/>
              </a:ext>
            </a:extLst>
          </p:cNvPr>
          <p:cNvSpPr/>
          <p:nvPr/>
        </p:nvSpPr>
        <p:spPr>
          <a:xfrm>
            <a:off x="4347565" y="2475637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AAD85A01-DACD-DBBA-97C4-FFBD392CF4C7}"/>
              </a:ext>
            </a:extLst>
          </p:cNvPr>
          <p:cNvSpPr/>
          <p:nvPr/>
        </p:nvSpPr>
        <p:spPr>
          <a:xfrm>
            <a:off x="5128724" y="396324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07</a:t>
            </a:r>
          </a:p>
        </p:txBody>
      </p:sp>
      <p:sp>
        <p:nvSpPr>
          <p:cNvPr id="19" name="Cerrar llave 18">
            <a:extLst>
              <a:ext uri="{FF2B5EF4-FFF2-40B4-BE49-F238E27FC236}">
                <a16:creationId xmlns:a16="http://schemas.microsoft.com/office/drawing/2014/main" id="{B26E8030-196B-10AD-D540-75876DCBF5D3}"/>
              </a:ext>
            </a:extLst>
          </p:cNvPr>
          <p:cNvSpPr/>
          <p:nvPr/>
        </p:nvSpPr>
        <p:spPr>
          <a:xfrm>
            <a:off x="4347565" y="396323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6C48AB09-3A47-DB1D-B522-EBE7E105E4BE}"/>
              </a:ext>
            </a:extLst>
          </p:cNvPr>
          <p:cNvSpPr/>
          <p:nvPr/>
        </p:nvSpPr>
        <p:spPr>
          <a:xfrm>
            <a:off x="5128724" y="540615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05</a:t>
            </a:r>
          </a:p>
        </p:txBody>
      </p:sp>
      <p:sp>
        <p:nvSpPr>
          <p:cNvPr id="21" name="Cerrar llave 20">
            <a:extLst>
              <a:ext uri="{FF2B5EF4-FFF2-40B4-BE49-F238E27FC236}">
                <a16:creationId xmlns:a16="http://schemas.microsoft.com/office/drawing/2014/main" id="{05A02B40-C782-2CCD-3C7D-0EECDFF6C413}"/>
              </a:ext>
            </a:extLst>
          </p:cNvPr>
          <p:cNvSpPr/>
          <p:nvPr/>
        </p:nvSpPr>
        <p:spPr>
          <a:xfrm>
            <a:off x="4347565" y="5406152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14B0B38B-7D71-F720-4C34-97509DFAECC4}"/>
              </a:ext>
            </a:extLst>
          </p:cNvPr>
          <p:cNvSpPr/>
          <p:nvPr/>
        </p:nvSpPr>
        <p:spPr>
          <a:xfrm>
            <a:off x="7653621" y="171220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3" name="Cerrar llave 22">
            <a:extLst>
              <a:ext uri="{FF2B5EF4-FFF2-40B4-BE49-F238E27FC236}">
                <a16:creationId xmlns:a16="http://schemas.microsoft.com/office/drawing/2014/main" id="{4B9A0CCE-634C-05DB-4C6B-1F69B8148D72}"/>
              </a:ext>
            </a:extLst>
          </p:cNvPr>
          <p:cNvSpPr/>
          <p:nvPr/>
        </p:nvSpPr>
        <p:spPr>
          <a:xfrm>
            <a:off x="6872462" y="1256771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9675F121-D164-C510-A1D1-16863BD2EEBB}"/>
              </a:ext>
            </a:extLst>
          </p:cNvPr>
          <p:cNvSpPr/>
          <p:nvPr/>
        </p:nvSpPr>
        <p:spPr>
          <a:xfrm>
            <a:off x="7653621" y="46797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5" name="Cerrar llave 24">
            <a:extLst>
              <a:ext uri="{FF2B5EF4-FFF2-40B4-BE49-F238E27FC236}">
                <a16:creationId xmlns:a16="http://schemas.microsoft.com/office/drawing/2014/main" id="{BFBF5FBA-5108-D07B-A830-1594C81CA58D}"/>
              </a:ext>
            </a:extLst>
          </p:cNvPr>
          <p:cNvSpPr/>
          <p:nvPr/>
        </p:nvSpPr>
        <p:spPr>
          <a:xfrm>
            <a:off x="6872462" y="4224329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94FF256C-AE8E-249D-5A0B-39C995DBFB6B}"/>
              </a:ext>
            </a:extLst>
          </p:cNvPr>
          <p:cNvSpPr/>
          <p:nvPr/>
        </p:nvSpPr>
        <p:spPr>
          <a:xfrm>
            <a:off x="10178518" y="3195084"/>
            <a:ext cx="1743738" cy="4678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---</a:t>
            </a:r>
          </a:p>
        </p:txBody>
      </p:sp>
      <p:sp>
        <p:nvSpPr>
          <p:cNvPr id="31" name="Cerrar llave 30">
            <a:extLst>
              <a:ext uri="{FF2B5EF4-FFF2-40B4-BE49-F238E27FC236}">
                <a16:creationId xmlns:a16="http://schemas.microsoft.com/office/drawing/2014/main" id="{4F840151-E9B2-117E-0A70-35E670476883}"/>
              </a:ext>
            </a:extLst>
          </p:cNvPr>
          <p:cNvSpPr/>
          <p:nvPr/>
        </p:nvSpPr>
        <p:spPr>
          <a:xfrm>
            <a:off x="9397359" y="1946118"/>
            <a:ext cx="781159" cy="296576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511E75E0-A9D3-7E5D-486C-771EE50A642D}"/>
              </a:ext>
            </a:extLst>
          </p:cNvPr>
          <p:cNvSpPr/>
          <p:nvPr/>
        </p:nvSpPr>
        <p:spPr>
          <a:xfrm>
            <a:off x="78930" y="184175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04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BB817474-577E-B22C-CDDA-968B43DE41CD}"/>
              </a:ext>
            </a:extLst>
          </p:cNvPr>
          <p:cNvSpPr/>
          <p:nvPr/>
        </p:nvSpPr>
        <p:spPr>
          <a:xfrm>
            <a:off x="78930" y="74434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06</a:t>
            </a:r>
          </a:p>
        </p:txBody>
      </p:sp>
      <p:sp>
        <p:nvSpPr>
          <p:cNvPr id="8" name="Cerrar llave 14">
            <a:extLst>
              <a:ext uri="{FF2B5EF4-FFF2-40B4-BE49-F238E27FC236}">
                <a16:creationId xmlns:a16="http://schemas.microsoft.com/office/drawing/2014/main" id="{14A7B870-15A5-17E1-0434-EB7122394835}"/>
              </a:ext>
            </a:extLst>
          </p:cNvPr>
          <p:cNvSpPr/>
          <p:nvPr/>
        </p:nvSpPr>
        <p:spPr>
          <a:xfrm>
            <a:off x="1822668" y="41808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FB28FF97-4160-1468-D78A-07E62EA1578A}"/>
              </a:ext>
            </a:extLst>
          </p:cNvPr>
          <p:cNvSpPr/>
          <p:nvPr/>
        </p:nvSpPr>
        <p:spPr>
          <a:xfrm>
            <a:off x="78930" y="130452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10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C7E9557F-E6C7-51B4-65D9-2A489D9FBEC1}"/>
              </a:ext>
            </a:extLst>
          </p:cNvPr>
          <p:cNvSpPr/>
          <p:nvPr/>
        </p:nvSpPr>
        <p:spPr>
          <a:xfrm>
            <a:off x="78930" y="186469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03</a:t>
            </a:r>
          </a:p>
        </p:txBody>
      </p:sp>
      <p:sp>
        <p:nvSpPr>
          <p:cNvPr id="27" name="Cerrar llave 14">
            <a:extLst>
              <a:ext uri="{FF2B5EF4-FFF2-40B4-BE49-F238E27FC236}">
                <a16:creationId xmlns:a16="http://schemas.microsoft.com/office/drawing/2014/main" id="{17796DE4-EEC1-D737-5DB9-654155A3E9A3}"/>
              </a:ext>
            </a:extLst>
          </p:cNvPr>
          <p:cNvSpPr/>
          <p:nvPr/>
        </p:nvSpPr>
        <p:spPr>
          <a:xfrm>
            <a:off x="1822668" y="1538435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B26D0B4-954F-D33E-794A-4B54BE3C88DB}"/>
              </a:ext>
            </a:extLst>
          </p:cNvPr>
          <p:cNvSpPr txBox="1"/>
          <p:nvPr/>
        </p:nvSpPr>
        <p:spPr>
          <a:xfrm>
            <a:off x="233295" y="6397890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Initial Round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EDF6A0B-A478-80A3-CE69-589FA50D212B}"/>
              </a:ext>
            </a:extLst>
          </p:cNvPr>
          <p:cNvSpPr txBox="1"/>
          <p:nvPr/>
        </p:nvSpPr>
        <p:spPr>
          <a:xfrm>
            <a:off x="2702664" y="6394030"/>
            <a:ext cx="154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Quarter finals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78884BA3-2261-CA80-E3E0-D9577EB50E88}"/>
              </a:ext>
            </a:extLst>
          </p:cNvPr>
          <p:cNvSpPr txBox="1"/>
          <p:nvPr/>
        </p:nvSpPr>
        <p:spPr>
          <a:xfrm>
            <a:off x="5384078" y="6394030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Semifinals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54C4F43-BF8B-5FEB-94E5-0FB1A6076458}"/>
              </a:ext>
            </a:extLst>
          </p:cNvPr>
          <p:cNvSpPr txBox="1"/>
          <p:nvPr/>
        </p:nvSpPr>
        <p:spPr>
          <a:xfrm>
            <a:off x="8192033" y="6394030"/>
            <a:ext cx="66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15130194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E5FD9F-B765-2AC3-FACD-65A78FC8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D9A965-AB68-53D8-F2FC-C627F45B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5DC348-0DA9-125F-6416-89281ED83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4D5ED0-C5DE-482F-D3C7-EA35A3C1E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04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10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</a:t>
            </a:r>
            <a:r>
              <a:rPr lang="en-US" sz="3200" b="1" dirty="0">
                <a:solidFill>
                  <a:srgbClr val="595959"/>
                </a:solidFill>
              </a:rPr>
              <a:t>1</a:t>
            </a: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04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3200" dirty="0">
                <a:solidFill>
                  <a:srgbClr val="595959"/>
                </a:solidFill>
              </a:rPr>
              <a:t>0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</a:t>
            </a:r>
            <a:r>
              <a:rPr lang="en-US" sz="3200" u="sng" dirty="0">
                <a:solidFill>
                  <a:srgbClr val="595959"/>
                </a:solidFill>
              </a:rPr>
              <a:t>10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3200" dirty="0">
                <a:solidFill>
                  <a:srgbClr val="595959"/>
                </a:solidFill>
              </a:rPr>
              <a:t>0</a:t>
            </a:r>
            <a:endParaRPr lang="en-US" sz="3200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M1-04_10_v2">
            <a:hlinkClick r:id="" action="ppaction://media"/>
            <a:extLst>
              <a:ext uri="{FF2B5EF4-FFF2-40B4-BE49-F238E27FC236}">
                <a16:creationId xmlns:a16="http://schemas.microsoft.com/office/drawing/2014/main" id="{7B628057-14CD-3686-CF7C-343E690CB44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0" y="685800"/>
            <a:ext cx="4191000" cy="55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91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4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8AEA1-19CE-2F4D-26BA-29A6C00C7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79FC5-DA4F-ED0C-D9C0-9AB3DEA07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91EEBE-08D7-0B61-E637-F98A10C65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7ABE71-76C0-C9A4-E5C4-A46CAE668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04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10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2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04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3200" dirty="0">
                <a:solidFill>
                  <a:srgbClr val="595959"/>
                </a:solidFill>
              </a:rPr>
              <a:t>0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</a:t>
            </a:r>
            <a:r>
              <a:rPr lang="en-US" sz="3200" u="sng" dirty="0">
                <a:solidFill>
                  <a:srgbClr val="595959"/>
                </a:solidFill>
              </a:rPr>
              <a:t>10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1</a:t>
            </a:r>
          </a:p>
        </p:txBody>
      </p:sp>
      <p:pic>
        <p:nvPicPr>
          <p:cNvPr id="3" name="M2-10_04_v2">
            <a:hlinkClick r:id="" action="ppaction://media"/>
            <a:extLst>
              <a:ext uri="{FF2B5EF4-FFF2-40B4-BE49-F238E27FC236}">
                <a16:creationId xmlns:a16="http://schemas.microsoft.com/office/drawing/2014/main" id="{1451B542-07E4-48D6-66F1-E6DA7930A36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8263" y="685800"/>
            <a:ext cx="4177937" cy="54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493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58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D92381-D51F-CD42-9016-7EB9B30D4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0CBF99F-D687-747D-857D-7BC23CE86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C7B92A-8F09-2B1D-C479-46A45E4BA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50B4E9D-C140-2085-A93C-561C8D437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04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10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3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04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3200" dirty="0">
                <a:solidFill>
                  <a:srgbClr val="595959"/>
                </a:solidFill>
              </a:rPr>
              <a:t>0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</a:t>
            </a:r>
            <a:r>
              <a:rPr lang="en-US" sz="3200" u="sng" dirty="0">
                <a:solidFill>
                  <a:srgbClr val="595959"/>
                </a:solidFill>
              </a:rPr>
              <a:t>10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2</a:t>
            </a:r>
          </a:p>
        </p:txBody>
      </p:sp>
      <p:pic>
        <p:nvPicPr>
          <p:cNvPr id="3" name="M3-04_10_v2">
            <a:hlinkClick r:id="" action="ppaction://media"/>
            <a:extLst>
              <a:ext uri="{FF2B5EF4-FFF2-40B4-BE49-F238E27FC236}">
                <a16:creationId xmlns:a16="http://schemas.microsoft.com/office/drawing/2014/main" id="{4A2ED3BF-7484-E0BE-0746-914B0858285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8263" y="685800"/>
            <a:ext cx="4177937" cy="54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20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68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CE606-4D27-725D-0FDB-9128E4E26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1226FF-3C4F-FCFC-8E05-1C74C65FD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30810C-A329-6D69-9368-5F94D120E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pic>
        <p:nvPicPr>
          <p:cNvPr id="7" name="Imagen 6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7C2BC361-29C9-9BE4-01ED-DDE979BAA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684" y="1787446"/>
            <a:ext cx="2342634" cy="328310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A8B5039-5138-FAB7-3A80-291A6C7AF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161" y="1987779"/>
            <a:ext cx="2056742" cy="2882441"/>
          </a:xfrm>
          <a:prstGeom prst="rect">
            <a:avLst/>
          </a:prstGeom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4975E7E5-BE5E-FADA-0BD3-C9DD6F500EBA}"/>
              </a:ext>
            </a:extLst>
          </p:cNvPr>
          <p:cNvSpPr txBox="1">
            <a:spLocks/>
          </p:cNvSpPr>
          <p:nvPr/>
        </p:nvSpPr>
        <p:spPr>
          <a:xfrm>
            <a:off x="3815317" y="1382728"/>
            <a:ext cx="4561369" cy="3687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2"/>
                </a:solidFill>
              </a:rPr>
              <a:t>Group 04 </a:t>
            </a:r>
            <a:r>
              <a:rPr lang="en-US" sz="3200" dirty="0">
                <a:solidFill>
                  <a:schemeClr val="accent2"/>
                </a:solidFill>
              </a:rPr>
              <a:t>vs</a:t>
            </a:r>
            <a:r>
              <a:rPr lang="en-US" sz="3200" b="1" dirty="0">
                <a:solidFill>
                  <a:schemeClr val="accent2"/>
                </a:solidFill>
              </a:rPr>
              <a:t> Group 10</a:t>
            </a:r>
            <a:br>
              <a:rPr lang="en-US" sz="3200" b="1" dirty="0">
                <a:solidFill>
                  <a:srgbClr val="595959"/>
                </a:solidFill>
              </a:rPr>
            </a:br>
            <a:br>
              <a:rPr lang="en-US" sz="3200" b="1" dirty="0">
                <a:solidFill>
                  <a:srgbClr val="595959"/>
                </a:solidFill>
              </a:rPr>
            </a:br>
            <a:r>
              <a:rPr lang="en-US" sz="3200" b="1" dirty="0">
                <a:solidFill>
                  <a:srgbClr val="595959"/>
                </a:solidFill>
              </a:rPr>
              <a:t>Result</a:t>
            </a:r>
            <a:br>
              <a:rPr lang="en-US" sz="3200" b="1" dirty="0">
                <a:solidFill>
                  <a:srgbClr val="595959"/>
                </a:solidFill>
              </a:rPr>
            </a:br>
            <a:br>
              <a:rPr lang="en-US" sz="3200" dirty="0">
                <a:solidFill>
                  <a:srgbClr val="595959"/>
                </a:solidFill>
              </a:rPr>
            </a:b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Group 04: 0 </a:t>
            </a:r>
            <a:br>
              <a:rPr lang="en-US" sz="3200" dirty="0">
                <a:solidFill>
                  <a:srgbClr val="595959"/>
                </a:solidFill>
              </a:rPr>
            </a:br>
            <a:r>
              <a:rPr lang="en-US" sz="3200" dirty="0">
                <a:solidFill>
                  <a:srgbClr val="595959"/>
                </a:solidFill>
              </a:rPr>
              <a:t>Group 10: 3</a:t>
            </a:r>
          </a:p>
        </p:txBody>
      </p:sp>
    </p:spTree>
    <p:extLst>
      <p:ext uri="{BB962C8B-B14F-4D97-AF65-F5344CB8AC3E}">
        <p14:creationId xmlns:p14="http://schemas.microsoft.com/office/powerpoint/2010/main" val="39812413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27F6F-5FA3-845B-1303-FDDA97DE9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49D11676-6124-C8DE-E866-2E5518C8C9D2}"/>
              </a:ext>
            </a:extLst>
          </p:cNvPr>
          <p:cNvSpPr/>
          <p:nvPr/>
        </p:nvSpPr>
        <p:spPr>
          <a:xfrm>
            <a:off x="2603827" y="474080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04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C2ABB0B9-81F4-652C-E9C5-620DD8A73981}"/>
              </a:ext>
            </a:extLst>
          </p:cNvPr>
          <p:cNvSpPr/>
          <p:nvPr/>
        </p:nvSpPr>
        <p:spPr>
          <a:xfrm>
            <a:off x="2603827" y="1576522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10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DCAAAA17-AD8F-B834-DFD4-C042B52CE8F8}"/>
              </a:ext>
            </a:extLst>
          </p:cNvPr>
          <p:cNvSpPr/>
          <p:nvPr/>
        </p:nvSpPr>
        <p:spPr>
          <a:xfrm>
            <a:off x="2603827" y="224172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09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458FB27F-4B97-CA08-A697-D277C774B1AA}"/>
              </a:ext>
            </a:extLst>
          </p:cNvPr>
          <p:cNvSpPr/>
          <p:nvPr/>
        </p:nvSpPr>
        <p:spPr>
          <a:xfrm>
            <a:off x="2603827" y="280189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01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12093AD5-18AC-F853-41BC-D68A15A671C8}"/>
              </a:ext>
            </a:extLst>
          </p:cNvPr>
          <p:cNvSpPr/>
          <p:nvPr/>
        </p:nvSpPr>
        <p:spPr>
          <a:xfrm>
            <a:off x="2603827" y="372932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07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D6D6E1EE-C654-B18E-4CD6-72A19B00C460}"/>
              </a:ext>
            </a:extLst>
          </p:cNvPr>
          <p:cNvSpPr/>
          <p:nvPr/>
        </p:nvSpPr>
        <p:spPr>
          <a:xfrm>
            <a:off x="2603827" y="428949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02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F09C75EA-80D3-6569-6FA1-9FCE5E89FF15}"/>
              </a:ext>
            </a:extLst>
          </p:cNvPr>
          <p:cNvSpPr/>
          <p:nvPr/>
        </p:nvSpPr>
        <p:spPr>
          <a:xfrm>
            <a:off x="2603827" y="517798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05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16258CC5-30F0-60A4-F48A-50FBCFC1F63C}"/>
              </a:ext>
            </a:extLst>
          </p:cNvPr>
          <p:cNvSpPr/>
          <p:nvPr/>
        </p:nvSpPr>
        <p:spPr>
          <a:xfrm>
            <a:off x="2603827" y="57381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08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8A4A0C17-05D2-FF12-3505-7076DCE862ED}"/>
              </a:ext>
            </a:extLst>
          </p:cNvPr>
          <p:cNvSpPr/>
          <p:nvPr/>
        </p:nvSpPr>
        <p:spPr>
          <a:xfrm>
            <a:off x="5128724" y="1026977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10</a:t>
            </a:r>
          </a:p>
        </p:txBody>
      </p: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9FE79B44-107B-7208-2D12-1A0A0AC8A00F}"/>
              </a:ext>
            </a:extLst>
          </p:cNvPr>
          <p:cNvSpPr/>
          <p:nvPr/>
        </p:nvSpPr>
        <p:spPr>
          <a:xfrm>
            <a:off x="4347565" y="698661"/>
            <a:ext cx="781159" cy="112240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FFBD0915-35A3-0DA3-83AA-BC2756FDD7EC}"/>
              </a:ext>
            </a:extLst>
          </p:cNvPr>
          <p:cNvSpPr/>
          <p:nvPr/>
        </p:nvSpPr>
        <p:spPr>
          <a:xfrm>
            <a:off x="5128724" y="247563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01</a:t>
            </a:r>
          </a:p>
        </p:txBody>
      </p:sp>
      <p:sp>
        <p:nvSpPr>
          <p:cNvPr id="17" name="Cerrar llave 16">
            <a:extLst>
              <a:ext uri="{FF2B5EF4-FFF2-40B4-BE49-F238E27FC236}">
                <a16:creationId xmlns:a16="http://schemas.microsoft.com/office/drawing/2014/main" id="{4DE2E50F-A5C6-88FE-3E65-FC4F44389D67}"/>
              </a:ext>
            </a:extLst>
          </p:cNvPr>
          <p:cNvSpPr/>
          <p:nvPr/>
        </p:nvSpPr>
        <p:spPr>
          <a:xfrm>
            <a:off x="4347565" y="2475637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9042215D-4899-12C2-BE06-6FB0DC628F74}"/>
              </a:ext>
            </a:extLst>
          </p:cNvPr>
          <p:cNvSpPr/>
          <p:nvPr/>
        </p:nvSpPr>
        <p:spPr>
          <a:xfrm>
            <a:off x="5128724" y="396324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07</a:t>
            </a:r>
          </a:p>
        </p:txBody>
      </p:sp>
      <p:sp>
        <p:nvSpPr>
          <p:cNvPr id="19" name="Cerrar llave 18">
            <a:extLst>
              <a:ext uri="{FF2B5EF4-FFF2-40B4-BE49-F238E27FC236}">
                <a16:creationId xmlns:a16="http://schemas.microsoft.com/office/drawing/2014/main" id="{5F7C7297-9A7B-0419-6F22-DA42175EBB0E}"/>
              </a:ext>
            </a:extLst>
          </p:cNvPr>
          <p:cNvSpPr/>
          <p:nvPr/>
        </p:nvSpPr>
        <p:spPr>
          <a:xfrm>
            <a:off x="4347565" y="396323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55DB71A4-23CB-AC5B-B7C0-0F74D1E1ACB8}"/>
              </a:ext>
            </a:extLst>
          </p:cNvPr>
          <p:cNvSpPr/>
          <p:nvPr/>
        </p:nvSpPr>
        <p:spPr>
          <a:xfrm>
            <a:off x="5128724" y="540615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05</a:t>
            </a:r>
          </a:p>
        </p:txBody>
      </p:sp>
      <p:sp>
        <p:nvSpPr>
          <p:cNvPr id="21" name="Cerrar llave 20">
            <a:extLst>
              <a:ext uri="{FF2B5EF4-FFF2-40B4-BE49-F238E27FC236}">
                <a16:creationId xmlns:a16="http://schemas.microsoft.com/office/drawing/2014/main" id="{5CC6D758-2EFD-2BCB-9063-5442044A1014}"/>
              </a:ext>
            </a:extLst>
          </p:cNvPr>
          <p:cNvSpPr/>
          <p:nvPr/>
        </p:nvSpPr>
        <p:spPr>
          <a:xfrm>
            <a:off x="4347565" y="5406152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AAF2506F-ED4C-FE38-E868-FEDFA4732958}"/>
              </a:ext>
            </a:extLst>
          </p:cNvPr>
          <p:cNvSpPr/>
          <p:nvPr/>
        </p:nvSpPr>
        <p:spPr>
          <a:xfrm>
            <a:off x="7653621" y="171220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3" name="Cerrar llave 22">
            <a:extLst>
              <a:ext uri="{FF2B5EF4-FFF2-40B4-BE49-F238E27FC236}">
                <a16:creationId xmlns:a16="http://schemas.microsoft.com/office/drawing/2014/main" id="{40017873-3954-7F7F-98B7-4556B4107E61}"/>
              </a:ext>
            </a:extLst>
          </p:cNvPr>
          <p:cNvSpPr/>
          <p:nvPr/>
        </p:nvSpPr>
        <p:spPr>
          <a:xfrm>
            <a:off x="6872462" y="1256771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57CB0CBB-D2D6-31F2-BC02-40E641606834}"/>
              </a:ext>
            </a:extLst>
          </p:cNvPr>
          <p:cNvSpPr/>
          <p:nvPr/>
        </p:nvSpPr>
        <p:spPr>
          <a:xfrm>
            <a:off x="7653621" y="46797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5" name="Cerrar llave 24">
            <a:extLst>
              <a:ext uri="{FF2B5EF4-FFF2-40B4-BE49-F238E27FC236}">
                <a16:creationId xmlns:a16="http://schemas.microsoft.com/office/drawing/2014/main" id="{1774F66D-F607-6682-4292-1DB4874B4A79}"/>
              </a:ext>
            </a:extLst>
          </p:cNvPr>
          <p:cNvSpPr/>
          <p:nvPr/>
        </p:nvSpPr>
        <p:spPr>
          <a:xfrm>
            <a:off x="6872462" y="4224329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9EC540A6-9C0A-DC1B-C845-14618A2874EE}"/>
              </a:ext>
            </a:extLst>
          </p:cNvPr>
          <p:cNvSpPr/>
          <p:nvPr/>
        </p:nvSpPr>
        <p:spPr>
          <a:xfrm>
            <a:off x="10178518" y="3195084"/>
            <a:ext cx="1743738" cy="4678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---</a:t>
            </a:r>
          </a:p>
        </p:txBody>
      </p:sp>
      <p:sp>
        <p:nvSpPr>
          <p:cNvPr id="31" name="Cerrar llave 30">
            <a:extLst>
              <a:ext uri="{FF2B5EF4-FFF2-40B4-BE49-F238E27FC236}">
                <a16:creationId xmlns:a16="http://schemas.microsoft.com/office/drawing/2014/main" id="{F36AA454-4B5A-7FA4-C48C-C8D6C700893E}"/>
              </a:ext>
            </a:extLst>
          </p:cNvPr>
          <p:cNvSpPr/>
          <p:nvPr/>
        </p:nvSpPr>
        <p:spPr>
          <a:xfrm>
            <a:off x="9397359" y="1946118"/>
            <a:ext cx="781159" cy="296576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C28EE8A2-2B1F-5FA6-F891-E68EDECC0903}"/>
              </a:ext>
            </a:extLst>
          </p:cNvPr>
          <p:cNvSpPr/>
          <p:nvPr/>
        </p:nvSpPr>
        <p:spPr>
          <a:xfrm>
            <a:off x="78930" y="184175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04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E195E26C-5C76-AAF8-A556-7CE89929216B}"/>
              </a:ext>
            </a:extLst>
          </p:cNvPr>
          <p:cNvSpPr/>
          <p:nvPr/>
        </p:nvSpPr>
        <p:spPr>
          <a:xfrm>
            <a:off x="78930" y="74434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06</a:t>
            </a:r>
          </a:p>
        </p:txBody>
      </p:sp>
      <p:sp>
        <p:nvSpPr>
          <p:cNvPr id="8" name="Cerrar llave 14">
            <a:extLst>
              <a:ext uri="{FF2B5EF4-FFF2-40B4-BE49-F238E27FC236}">
                <a16:creationId xmlns:a16="http://schemas.microsoft.com/office/drawing/2014/main" id="{6877D57A-A583-E076-313D-832E82099D02}"/>
              </a:ext>
            </a:extLst>
          </p:cNvPr>
          <p:cNvSpPr/>
          <p:nvPr/>
        </p:nvSpPr>
        <p:spPr>
          <a:xfrm>
            <a:off x="1822668" y="41808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E360D8A3-610C-E596-784A-331922B7F8A0}"/>
              </a:ext>
            </a:extLst>
          </p:cNvPr>
          <p:cNvSpPr/>
          <p:nvPr/>
        </p:nvSpPr>
        <p:spPr>
          <a:xfrm>
            <a:off x="78930" y="130452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10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A695DF9F-77C4-6C48-64E0-5736572A379B}"/>
              </a:ext>
            </a:extLst>
          </p:cNvPr>
          <p:cNvSpPr/>
          <p:nvPr/>
        </p:nvSpPr>
        <p:spPr>
          <a:xfrm>
            <a:off x="78930" y="186469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03</a:t>
            </a:r>
          </a:p>
        </p:txBody>
      </p:sp>
      <p:sp>
        <p:nvSpPr>
          <p:cNvPr id="27" name="Cerrar llave 14">
            <a:extLst>
              <a:ext uri="{FF2B5EF4-FFF2-40B4-BE49-F238E27FC236}">
                <a16:creationId xmlns:a16="http://schemas.microsoft.com/office/drawing/2014/main" id="{E2492F1A-D594-A469-7542-6D8B1CB856E5}"/>
              </a:ext>
            </a:extLst>
          </p:cNvPr>
          <p:cNvSpPr/>
          <p:nvPr/>
        </p:nvSpPr>
        <p:spPr>
          <a:xfrm>
            <a:off x="1822668" y="1538435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01E1645-3C25-C4D5-6406-B5DCEC217641}"/>
              </a:ext>
            </a:extLst>
          </p:cNvPr>
          <p:cNvSpPr txBox="1"/>
          <p:nvPr/>
        </p:nvSpPr>
        <p:spPr>
          <a:xfrm>
            <a:off x="233295" y="6397890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Initial Round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99FC602-1EC2-9696-9CF3-D98B5625AE38}"/>
              </a:ext>
            </a:extLst>
          </p:cNvPr>
          <p:cNvSpPr txBox="1"/>
          <p:nvPr/>
        </p:nvSpPr>
        <p:spPr>
          <a:xfrm>
            <a:off x="2702664" y="6394030"/>
            <a:ext cx="154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Quarter finals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B939E8B-2D1A-5722-E09B-B2D63079ABBC}"/>
              </a:ext>
            </a:extLst>
          </p:cNvPr>
          <p:cNvSpPr txBox="1"/>
          <p:nvPr/>
        </p:nvSpPr>
        <p:spPr>
          <a:xfrm>
            <a:off x="5384078" y="6394030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Semifinals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3A09472-66F2-1852-B6BE-86E49D1B0689}"/>
              </a:ext>
            </a:extLst>
          </p:cNvPr>
          <p:cNvSpPr txBox="1"/>
          <p:nvPr/>
        </p:nvSpPr>
        <p:spPr>
          <a:xfrm>
            <a:off x="8192033" y="6394030"/>
            <a:ext cx="66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29813570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902BB9-AE4E-A283-44A6-DF3CB9F63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tabla&#10;&#10;El contenido generado por IA puede ser incorrecto.">
            <a:extLst>
              <a:ext uri="{FF2B5EF4-FFF2-40B4-BE49-F238E27FC236}">
                <a16:creationId xmlns:a16="http://schemas.microsoft.com/office/drawing/2014/main" id="{08243FC3-0E29-8607-9516-CADE425D4B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32" r="1" b="1"/>
          <a:stretch>
            <a:fillRect/>
          </a:stretch>
        </p:blipFill>
        <p:spPr>
          <a:xfrm>
            <a:off x="5101771" y="10"/>
            <a:ext cx="7094361" cy="6857989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36B22AC3-FDF5-4A26-D694-3791B2E6C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527208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8954A8C7-1A94-6DB0-68CF-930932909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03011">
            <a:off x="1718653" y="70086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D8AD2DA-BCFA-5102-AB55-843F6CB2F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795509"/>
            <a:ext cx="5272088" cy="27986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Semifinals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B659396-13A6-E090-E9E2-78B83FC70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1186" y="4626633"/>
            <a:ext cx="491961" cy="49196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6706B54-5F52-1968-321F-37F49676F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27932" y="5011563"/>
            <a:ext cx="731558" cy="731558"/>
          </a:xfrm>
          <a:prstGeom prst="rect">
            <a:avLst/>
          </a:prstGeom>
          <a:noFill/>
          <a:ln w="127000">
            <a:solidFill>
              <a:schemeClr val="accent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25153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4AAD0-E033-C2C2-B0AF-4FAE06CC4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104052ED-A273-3C6E-0BCF-BDE3FCA1D654}"/>
              </a:ext>
            </a:extLst>
          </p:cNvPr>
          <p:cNvSpPr/>
          <p:nvPr/>
        </p:nvSpPr>
        <p:spPr>
          <a:xfrm>
            <a:off x="2603827" y="474080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04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10B49829-FEBD-F0AF-6437-5877C1887AA9}"/>
              </a:ext>
            </a:extLst>
          </p:cNvPr>
          <p:cNvSpPr/>
          <p:nvPr/>
        </p:nvSpPr>
        <p:spPr>
          <a:xfrm>
            <a:off x="2603827" y="1576522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10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C8B5B2DD-8DDB-34C4-613D-2EB8000AABB2}"/>
              </a:ext>
            </a:extLst>
          </p:cNvPr>
          <p:cNvSpPr/>
          <p:nvPr/>
        </p:nvSpPr>
        <p:spPr>
          <a:xfrm>
            <a:off x="2603827" y="224172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09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2887894F-1B4A-DAD0-6438-B8506CC0B33C}"/>
              </a:ext>
            </a:extLst>
          </p:cNvPr>
          <p:cNvSpPr/>
          <p:nvPr/>
        </p:nvSpPr>
        <p:spPr>
          <a:xfrm>
            <a:off x="2603827" y="280189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01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A039B121-565F-0A5F-A6DD-C458D50F00DA}"/>
              </a:ext>
            </a:extLst>
          </p:cNvPr>
          <p:cNvSpPr/>
          <p:nvPr/>
        </p:nvSpPr>
        <p:spPr>
          <a:xfrm>
            <a:off x="2603827" y="372932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07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A37202C1-1C07-20D1-10B1-C0DFF6206137}"/>
              </a:ext>
            </a:extLst>
          </p:cNvPr>
          <p:cNvSpPr/>
          <p:nvPr/>
        </p:nvSpPr>
        <p:spPr>
          <a:xfrm>
            <a:off x="2603827" y="428949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02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C3B66A96-2E68-080B-282C-24F1D35C7962}"/>
              </a:ext>
            </a:extLst>
          </p:cNvPr>
          <p:cNvSpPr/>
          <p:nvPr/>
        </p:nvSpPr>
        <p:spPr>
          <a:xfrm>
            <a:off x="2603827" y="517798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05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1DE9812C-28BC-83A0-CC91-88459F3EA78B}"/>
              </a:ext>
            </a:extLst>
          </p:cNvPr>
          <p:cNvSpPr/>
          <p:nvPr/>
        </p:nvSpPr>
        <p:spPr>
          <a:xfrm>
            <a:off x="2603827" y="57381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08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E4E08196-8B88-4B5B-2747-C41D1890B29F}"/>
              </a:ext>
            </a:extLst>
          </p:cNvPr>
          <p:cNvSpPr/>
          <p:nvPr/>
        </p:nvSpPr>
        <p:spPr>
          <a:xfrm>
            <a:off x="5128724" y="1026977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10</a:t>
            </a:r>
          </a:p>
        </p:txBody>
      </p: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13E94C05-3AF5-153D-679D-FAD38F202995}"/>
              </a:ext>
            </a:extLst>
          </p:cNvPr>
          <p:cNvSpPr/>
          <p:nvPr/>
        </p:nvSpPr>
        <p:spPr>
          <a:xfrm>
            <a:off x="4347565" y="698661"/>
            <a:ext cx="781159" cy="112240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670808E8-048F-6A62-86B8-56B655FDECDC}"/>
              </a:ext>
            </a:extLst>
          </p:cNvPr>
          <p:cNvSpPr/>
          <p:nvPr/>
        </p:nvSpPr>
        <p:spPr>
          <a:xfrm>
            <a:off x="5128724" y="247563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01</a:t>
            </a:r>
          </a:p>
        </p:txBody>
      </p:sp>
      <p:sp>
        <p:nvSpPr>
          <p:cNvPr id="17" name="Cerrar llave 16">
            <a:extLst>
              <a:ext uri="{FF2B5EF4-FFF2-40B4-BE49-F238E27FC236}">
                <a16:creationId xmlns:a16="http://schemas.microsoft.com/office/drawing/2014/main" id="{8D2BCD8E-D7A7-62F6-4F99-010626EA4BD5}"/>
              </a:ext>
            </a:extLst>
          </p:cNvPr>
          <p:cNvSpPr/>
          <p:nvPr/>
        </p:nvSpPr>
        <p:spPr>
          <a:xfrm>
            <a:off x="4347565" y="2475637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B54FE473-4373-02D4-826B-6DE2C358272B}"/>
              </a:ext>
            </a:extLst>
          </p:cNvPr>
          <p:cNvSpPr/>
          <p:nvPr/>
        </p:nvSpPr>
        <p:spPr>
          <a:xfrm>
            <a:off x="5128724" y="396324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07</a:t>
            </a:r>
          </a:p>
        </p:txBody>
      </p:sp>
      <p:sp>
        <p:nvSpPr>
          <p:cNvPr id="19" name="Cerrar llave 18">
            <a:extLst>
              <a:ext uri="{FF2B5EF4-FFF2-40B4-BE49-F238E27FC236}">
                <a16:creationId xmlns:a16="http://schemas.microsoft.com/office/drawing/2014/main" id="{6A876CCF-29EB-8DBF-2EC1-94E7E32C3FD8}"/>
              </a:ext>
            </a:extLst>
          </p:cNvPr>
          <p:cNvSpPr/>
          <p:nvPr/>
        </p:nvSpPr>
        <p:spPr>
          <a:xfrm>
            <a:off x="4347565" y="396323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1360D332-8153-96BE-C281-5164AB79C6C9}"/>
              </a:ext>
            </a:extLst>
          </p:cNvPr>
          <p:cNvSpPr/>
          <p:nvPr/>
        </p:nvSpPr>
        <p:spPr>
          <a:xfrm>
            <a:off x="5128724" y="540615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05</a:t>
            </a:r>
          </a:p>
        </p:txBody>
      </p:sp>
      <p:sp>
        <p:nvSpPr>
          <p:cNvPr id="21" name="Cerrar llave 20">
            <a:extLst>
              <a:ext uri="{FF2B5EF4-FFF2-40B4-BE49-F238E27FC236}">
                <a16:creationId xmlns:a16="http://schemas.microsoft.com/office/drawing/2014/main" id="{97BE83FB-375F-020D-9E23-D0FD2F56447A}"/>
              </a:ext>
            </a:extLst>
          </p:cNvPr>
          <p:cNvSpPr/>
          <p:nvPr/>
        </p:nvSpPr>
        <p:spPr>
          <a:xfrm>
            <a:off x="4347565" y="5406152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CE56A402-9B7B-8753-8FC6-05CF6FABC0CF}"/>
              </a:ext>
            </a:extLst>
          </p:cNvPr>
          <p:cNvSpPr/>
          <p:nvPr/>
        </p:nvSpPr>
        <p:spPr>
          <a:xfrm>
            <a:off x="7653621" y="171220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3" name="Cerrar llave 22">
            <a:extLst>
              <a:ext uri="{FF2B5EF4-FFF2-40B4-BE49-F238E27FC236}">
                <a16:creationId xmlns:a16="http://schemas.microsoft.com/office/drawing/2014/main" id="{F28B2C72-C8A1-8344-FD5F-E6B8C910E60E}"/>
              </a:ext>
            </a:extLst>
          </p:cNvPr>
          <p:cNvSpPr/>
          <p:nvPr/>
        </p:nvSpPr>
        <p:spPr>
          <a:xfrm>
            <a:off x="6872462" y="1256771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A2F02342-C0E9-57DB-9744-8FFB9AED770A}"/>
              </a:ext>
            </a:extLst>
          </p:cNvPr>
          <p:cNvSpPr/>
          <p:nvPr/>
        </p:nvSpPr>
        <p:spPr>
          <a:xfrm>
            <a:off x="7653621" y="46797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5" name="Cerrar llave 24">
            <a:extLst>
              <a:ext uri="{FF2B5EF4-FFF2-40B4-BE49-F238E27FC236}">
                <a16:creationId xmlns:a16="http://schemas.microsoft.com/office/drawing/2014/main" id="{FC64FF43-1A92-99E6-B174-49E140D0AEEF}"/>
              </a:ext>
            </a:extLst>
          </p:cNvPr>
          <p:cNvSpPr/>
          <p:nvPr/>
        </p:nvSpPr>
        <p:spPr>
          <a:xfrm>
            <a:off x="6872462" y="4224329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A3B7E605-369E-75FB-3D29-C86343C9DB79}"/>
              </a:ext>
            </a:extLst>
          </p:cNvPr>
          <p:cNvSpPr/>
          <p:nvPr/>
        </p:nvSpPr>
        <p:spPr>
          <a:xfrm>
            <a:off x="10178518" y="3195084"/>
            <a:ext cx="1743738" cy="4678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---</a:t>
            </a:r>
          </a:p>
        </p:txBody>
      </p:sp>
      <p:sp>
        <p:nvSpPr>
          <p:cNvPr id="31" name="Cerrar llave 30">
            <a:extLst>
              <a:ext uri="{FF2B5EF4-FFF2-40B4-BE49-F238E27FC236}">
                <a16:creationId xmlns:a16="http://schemas.microsoft.com/office/drawing/2014/main" id="{40181193-50A9-688A-E9F5-D305DDD67598}"/>
              </a:ext>
            </a:extLst>
          </p:cNvPr>
          <p:cNvSpPr/>
          <p:nvPr/>
        </p:nvSpPr>
        <p:spPr>
          <a:xfrm>
            <a:off x="9397359" y="1946118"/>
            <a:ext cx="781159" cy="296576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8CF06472-0DA3-9BC5-7593-907A6522DCBA}"/>
              </a:ext>
            </a:extLst>
          </p:cNvPr>
          <p:cNvSpPr/>
          <p:nvPr/>
        </p:nvSpPr>
        <p:spPr>
          <a:xfrm>
            <a:off x="78930" y="184175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04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E4059C6F-43C0-D879-6B5F-06D68C51E074}"/>
              </a:ext>
            </a:extLst>
          </p:cNvPr>
          <p:cNvSpPr/>
          <p:nvPr/>
        </p:nvSpPr>
        <p:spPr>
          <a:xfrm>
            <a:off x="78930" y="74434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06</a:t>
            </a:r>
          </a:p>
        </p:txBody>
      </p:sp>
      <p:sp>
        <p:nvSpPr>
          <p:cNvPr id="8" name="Cerrar llave 14">
            <a:extLst>
              <a:ext uri="{FF2B5EF4-FFF2-40B4-BE49-F238E27FC236}">
                <a16:creationId xmlns:a16="http://schemas.microsoft.com/office/drawing/2014/main" id="{57BF7613-8EB6-8AAA-7732-B35053525F00}"/>
              </a:ext>
            </a:extLst>
          </p:cNvPr>
          <p:cNvSpPr/>
          <p:nvPr/>
        </p:nvSpPr>
        <p:spPr>
          <a:xfrm>
            <a:off x="1822668" y="41808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5251EAC7-F1B1-66C6-7709-5CF8E17E3CE5}"/>
              </a:ext>
            </a:extLst>
          </p:cNvPr>
          <p:cNvSpPr/>
          <p:nvPr/>
        </p:nvSpPr>
        <p:spPr>
          <a:xfrm>
            <a:off x="78930" y="130452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10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78A7A6C2-C8F0-B558-9E36-590ED70952FA}"/>
              </a:ext>
            </a:extLst>
          </p:cNvPr>
          <p:cNvSpPr/>
          <p:nvPr/>
        </p:nvSpPr>
        <p:spPr>
          <a:xfrm>
            <a:off x="78930" y="186469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03</a:t>
            </a:r>
          </a:p>
        </p:txBody>
      </p:sp>
      <p:sp>
        <p:nvSpPr>
          <p:cNvPr id="27" name="Cerrar llave 14">
            <a:extLst>
              <a:ext uri="{FF2B5EF4-FFF2-40B4-BE49-F238E27FC236}">
                <a16:creationId xmlns:a16="http://schemas.microsoft.com/office/drawing/2014/main" id="{42E296A7-F0CE-AE7B-F732-BA2BE41AEB78}"/>
              </a:ext>
            </a:extLst>
          </p:cNvPr>
          <p:cNvSpPr/>
          <p:nvPr/>
        </p:nvSpPr>
        <p:spPr>
          <a:xfrm>
            <a:off x="1822668" y="1538435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FE9F12A-1BD8-6A79-578F-8BED94EFE344}"/>
              </a:ext>
            </a:extLst>
          </p:cNvPr>
          <p:cNvSpPr txBox="1"/>
          <p:nvPr/>
        </p:nvSpPr>
        <p:spPr>
          <a:xfrm>
            <a:off x="233295" y="6397890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Initial Round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E36400B-BE09-C17D-C921-AEDB24FA6D77}"/>
              </a:ext>
            </a:extLst>
          </p:cNvPr>
          <p:cNvSpPr txBox="1"/>
          <p:nvPr/>
        </p:nvSpPr>
        <p:spPr>
          <a:xfrm>
            <a:off x="2702664" y="6394030"/>
            <a:ext cx="154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Quarter finals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9F3BFEC-2374-7D81-E060-85D81956E0BB}"/>
              </a:ext>
            </a:extLst>
          </p:cNvPr>
          <p:cNvSpPr txBox="1"/>
          <p:nvPr/>
        </p:nvSpPr>
        <p:spPr>
          <a:xfrm>
            <a:off x="5384078" y="6394030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Semifinals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2DC02AA-BC6C-A032-FB00-A59BC160B2E3}"/>
              </a:ext>
            </a:extLst>
          </p:cNvPr>
          <p:cNvSpPr txBox="1"/>
          <p:nvPr/>
        </p:nvSpPr>
        <p:spPr>
          <a:xfrm>
            <a:off x="8192033" y="6394030"/>
            <a:ext cx="66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7210053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6E5947-230D-6997-72B6-D35407782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5DACAD-5283-536D-F867-4D0C550DE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D23F9F-6FA2-B42C-D9E7-51A3E17F6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9B1BE9B-88F6-7BAA-77A1-BD1086995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07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</a:t>
            </a:r>
            <a:r>
              <a:rPr lang="en-US" sz="3200" b="1" dirty="0">
                <a:solidFill>
                  <a:srgbClr val="595959"/>
                </a:solidFill>
              </a:rPr>
              <a:t>1</a:t>
            </a: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07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3200" dirty="0">
                <a:solidFill>
                  <a:srgbClr val="595959"/>
                </a:solidFill>
              </a:rPr>
              <a:t>0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05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3200" dirty="0">
                <a:solidFill>
                  <a:srgbClr val="595959"/>
                </a:solidFill>
              </a:rPr>
              <a:t>0</a:t>
            </a:r>
            <a:endParaRPr lang="en-US" sz="3200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M1-07_05_v2">
            <a:hlinkClick r:id="" action="ppaction://media"/>
            <a:extLst>
              <a:ext uri="{FF2B5EF4-FFF2-40B4-BE49-F238E27FC236}">
                <a16:creationId xmlns:a16="http://schemas.microsoft.com/office/drawing/2014/main" id="{FC40C924-0FDF-4C38-D675-C46BECF26AB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8263" y="685800"/>
            <a:ext cx="4177937" cy="54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69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49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AC15DD-7B07-A227-4161-65AD102F8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5E0DD2D-7532-7968-3CDE-D8467D581A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7D9077-CE96-099A-23D6-A11158DCE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151648-C897-1AFE-F8F8-5170BFF4B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07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2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07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1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05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3200" dirty="0">
                <a:solidFill>
                  <a:srgbClr val="595959"/>
                </a:solidFill>
              </a:rPr>
              <a:t>0</a:t>
            </a:r>
            <a:endParaRPr lang="en-US" sz="3200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M2-05_07_v2">
            <a:hlinkClick r:id="" action="ppaction://media"/>
            <a:extLst>
              <a:ext uri="{FF2B5EF4-FFF2-40B4-BE49-F238E27FC236}">
                <a16:creationId xmlns:a16="http://schemas.microsoft.com/office/drawing/2014/main" id="{1EF2B6B4-0CA8-4D46-3852-D190115E24A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8263" y="685800"/>
            <a:ext cx="4177937" cy="54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33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27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9D9210-F4EE-E68E-A115-5F62911DD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37C6179-659B-6F6F-0AD5-A4AD04E21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4B978E-FEEC-0C28-0483-C06148DBD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18F5DC5-3866-16E2-3753-DA7F38B8C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07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3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07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3200" dirty="0">
                <a:solidFill>
                  <a:srgbClr val="595959"/>
                </a:solidFill>
              </a:rPr>
              <a:t>2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05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3200" dirty="0">
                <a:solidFill>
                  <a:srgbClr val="595959"/>
                </a:solidFill>
              </a:rPr>
              <a:t>0</a:t>
            </a:r>
            <a:endParaRPr lang="en-US" sz="3200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M3-07_05_v2">
            <a:hlinkClick r:id="" action="ppaction://media"/>
            <a:extLst>
              <a:ext uri="{FF2B5EF4-FFF2-40B4-BE49-F238E27FC236}">
                <a16:creationId xmlns:a16="http://schemas.microsoft.com/office/drawing/2014/main" id="{98ABBC44-72C1-E271-25C5-FB015061318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8263" y="685800"/>
            <a:ext cx="4177937" cy="54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6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70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B1613D-65CE-A525-D291-E982DF2C5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8DCDE3-BB06-EF58-3478-7CCBD9350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CFCF2F-A36F-9134-00CA-E8CFC72F3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FF7A2ED-6868-87F9-0298-9A8E148E1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07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4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07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2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05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1</a:t>
            </a:r>
          </a:p>
        </p:txBody>
      </p:sp>
      <p:pic>
        <p:nvPicPr>
          <p:cNvPr id="3" name="M4-05_07_v2">
            <a:hlinkClick r:id="" action="ppaction://media"/>
            <a:extLst>
              <a:ext uri="{FF2B5EF4-FFF2-40B4-BE49-F238E27FC236}">
                <a16:creationId xmlns:a16="http://schemas.microsoft.com/office/drawing/2014/main" id="{6A3D9DFE-5E11-DFD5-3D1E-0652B4B4D08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41326" y="685800"/>
            <a:ext cx="4177574" cy="548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98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28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4034DD-10A3-C065-8ABC-DC2111482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2FD8D3E-78EA-BC41-4C9C-3F8D30A96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698ECB-353D-E098-A412-C19946F58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pic>
        <p:nvPicPr>
          <p:cNvPr id="7" name="Imagen 6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F5D6E67B-2BF4-8E80-B228-F1467DFA1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684" y="1787446"/>
            <a:ext cx="2342634" cy="328310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0BC711D-4FE2-3802-1D62-D70EE954A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161" y="1987779"/>
            <a:ext cx="2056742" cy="2882441"/>
          </a:xfrm>
          <a:prstGeom prst="rect">
            <a:avLst/>
          </a:prstGeom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E81963CE-621A-DB4C-4315-322C8171F8EC}"/>
              </a:ext>
            </a:extLst>
          </p:cNvPr>
          <p:cNvSpPr txBox="1">
            <a:spLocks/>
          </p:cNvSpPr>
          <p:nvPr/>
        </p:nvSpPr>
        <p:spPr>
          <a:xfrm>
            <a:off x="3815317" y="1382728"/>
            <a:ext cx="4561369" cy="3687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2"/>
                </a:solidFill>
              </a:rPr>
              <a:t>Group 07 </a:t>
            </a:r>
            <a:r>
              <a:rPr lang="en-US" sz="3200" dirty="0">
                <a:solidFill>
                  <a:schemeClr val="accent2"/>
                </a:solidFill>
              </a:rPr>
              <a:t>vs</a:t>
            </a:r>
            <a:r>
              <a:rPr lang="en-US" sz="3200" b="1" dirty="0">
                <a:solidFill>
                  <a:schemeClr val="accent2"/>
                </a:solidFill>
              </a:rPr>
              <a:t> Group 05</a:t>
            </a:r>
            <a:br>
              <a:rPr lang="en-US" sz="3200" b="1" dirty="0">
                <a:solidFill>
                  <a:srgbClr val="595959"/>
                </a:solidFill>
              </a:rPr>
            </a:br>
            <a:br>
              <a:rPr lang="en-US" sz="3200" b="1" dirty="0">
                <a:solidFill>
                  <a:srgbClr val="595959"/>
                </a:solidFill>
              </a:rPr>
            </a:br>
            <a:r>
              <a:rPr lang="en-US" sz="3200" b="1" dirty="0">
                <a:solidFill>
                  <a:srgbClr val="595959"/>
                </a:solidFill>
              </a:rPr>
              <a:t>Result</a:t>
            </a:r>
            <a:br>
              <a:rPr lang="en-US" sz="3200" b="1" dirty="0">
                <a:solidFill>
                  <a:srgbClr val="595959"/>
                </a:solidFill>
              </a:rPr>
            </a:br>
            <a:br>
              <a:rPr lang="en-US" sz="3200" dirty="0">
                <a:solidFill>
                  <a:srgbClr val="595959"/>
                </a:solidFill>
              </a:rPr>
            </a:br>
            <a:r>
              <a:rPr lang="en-US" sz="3200" dirty="0">
                <a:solidFill>
                  <a:srgbClr val="595959"/>
                </a:solidFill>
              </a:rPr>
              <a:t>Group 07: 3 </a:t>
            </a:r>
            <a:br>
              <a:rPr lang="en-US" sz="3200" dirty="0">
                <a:solidFill>
                  <a:srgbClr val="595959"/>
                </a:solidFill>
              </a:rPr>
            </a:b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Group 05: 1</a:t>
            </a:r>
          </a:p>
        </p:txBody>
      </p:sp>
    </p:spTree>
    <p:extLst>
      <p:ext uri="{BB962C8B-B14F-4D97-AF65-F5344CB8AC3E}">
        <p14:creationId xmlns:p14="http://schemas.microsoft.com/office/powerpoint/2010/main" val="15472949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C3168-18C1-C410-4652-B4422854C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00ED64A5-73AB-3BB8-A9AC-E614796BF982}"/>
              </a:ext>
            </a:extLst>
          </p:cNvPr>
          <p:cNvSpPr/>
          <p:nvPr/>
        </p:nvSpPr>
        <p:spPr>
          <a:xfrm>
            <a:off x="2603827" y="474080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04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8D3488DB-7EF0-1EEA-2E9B-A5BC6FB1D3E8}"/>
              </a:ext>
            </a:extLst>
          </p:cNvPr>
          <p:cNvSpPr/>
          <p:nvPr/>
        </p:nvSpPr>
        <p:spPr>
          <a:xfrm>
            <a:off x="2603827" y="1576522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10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8A331791-D6C9-B7EF-928A-3389C6A7F367}"/>
              </a:ext>
            </a:extLst>
          </p:cNvPr>
          <p:cNvSpPr/>
          <p:nvPr/>
        </p:nvSpPr>
        <p:spPr>
          <a:xfrm>
            <a:off x="2603827" y="224172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09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BEC6F0FF-917F-CA40-36C6-6753FF38E898}"/>
              </a:ext>
            </a:extLst>
          </p:cNvPr>
          <p:cNvSpPr/>
          <p:nvPr/>
        </p:nvSpPr>
        <p:spPr>
          <a:xfrm>
            <a:off x="2603827" y="280189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01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84EB15EA-2015-E1B9-A8AF-BB4630056D46}"/>
              </a:ext>
            </a:extLst>
          </p:cNvPr>
          <p:cNvSpPr/>
          <p:nvPr/>
        </p:nvSpPr>
        <p:spPr>
          <a:xfrm>
            <a:off x="2603827" y="372932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07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46BB7A46-98FD-719D-995F-75B4080641F9}"/>
              </a:ext>
            </a:extLst>
          </p:cNvPr>
          <p:cNvSpPr/>
          <p:nvPr/>
        </p:nvSpPr>
        <p:spPr>
          <a:xfrm>
            <a:off x="2603827" y="428949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02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964EFF35-91F3-61D1-5C9D-492BB0D2693F}"/>
              </a:ext>
            </a:extLst>
          </p:cNvPr>
          <p:cNvSpPr/>
          <p:nvPr/>
        </p:nvSpPr>
        <p:spPr>
          <a:xfrm>
            <a:off x="2603827" y="517798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05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8FC69438-7ABB-74CF-3785-5DE82762678D}"/>
              </a:ext>
            </a:extLst>
          </p:cNvPr>
          <p:cNvSpPr/>
          <p:nvPr/>
        </p:nvSpPr>
        <p:spPr>
          <a:xfrm>
            <a:off x="2603827" y="57381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08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28340022-BFD6-10FE-32BC-A11A82C49371}"/>
              </a:ext>
            </a:extLst>
          </p:cNvPr>
          <p:cNvSpPr/>
          <p:nvPr/>
        </p:nvSpPr>
        <p:spPr>
          <a:xfrm>
            <a:off x="5128724" y="1026977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10</a:t>
            </a:r>
          </a:p>
        </p:txBody>
      </p: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7697F1E0-8AB4-CB15-D125-97D311636986}"/>
              </a:ext>
            </a:extLst>
          </p:cNvPr>
          <p:cNvSpPr/>
          <p:nvPr/>
        </p:nvSpPr>
        <p:spPr>
          <a:xfrm>
            <a:off x="4347565" y="698661"/>
            <a:ext cx="781159" cy="112240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B0E20063-DD77-EA31-AC90-CB54C9640735}"/>
              </a:ext>
            </a:extLst>
          </p:cNvPr>
          <p:cNvSpPr/>
          <p:nvPr/>
        </p:nvSpPr>
        <p:spPr>
          <a:xfrm>
            <a:off x="5128724" y="247563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01</a:t>
            </a:r>
          </a:p>
        </p:txBody>
      </p:sp>
      <p:sp>
        <p:nvSpPr>
          <p:cNvPr id="17" name="Cerrar llave 16">
            <a:extLst>
              <a:ext uri="{FF2B5EF4-FFF2-40B4-BE49-F238E27FC236}">
                <a16:creationId xmlns:a16="http://schemas.microsoft.com/office/drawing/2014/main" id="{9194733C-BD29-F6EC-E367-13AFCCFD516D}"/>
              </a:ext>
            </a:extLst>
          </p:cNvPr>
          <p:cNvSpPr/>
          <p:nvPr/>
        </p:nvSpPr>
        <p:spPr>
          <a:xfrm>
            <a:off x="4347565" y="2475637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3BD16ADD-FDD9-DD28-5C20-D8F5E3A12C0B}"/>
              </a:ext>
            </a:extLst>
          </p:cNvPr>
          <p:cNvSpPr/>
          <p:nvPr/>
        </p:nvSpPr>
        <p:spPr>
          <a:xfrm>
            <a:off x="5128724" y="396324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07</a:t>
            </a:r>
          </a:p>
        </p:txBody>
      </p:sp>
      <p:sp>
        <p:nvSpPr>
          <p:cNvPr id="19" name="Cerrar llave 18">
            <a:extLst>
              <a:ext uri="{FF2B5EF4-FFF2-40B4-BE49-F238E27FC236}">
                <a16:creationId xmlns:a16="http://schemas.microsoft.com/office/drawing/2014/main" id="{D3ED9300-5DAA-7FA7-8468-79C8B6AC201D}"/>
              </a:ext>
            </a:extLst>
          </p:cNvPr>
          <p:cNvSpPr/>
          <p:nvPr/>
        </p:nvSpPr>
        <p:spPr>
          <a:xfrm>
            <a:off x="4347565" y="396323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64EAC040-01F2-08C5-BCEC-AF525BB1011D}"/>
              </a:ext>
            </a:extLst>
          </p:cNvPr>
          <p:cNvSpPr/>
          <p:nvPr/>
        </p:nvSpPr>
        <p:spPr>
          <a:xfrm>
            <a:off x="5128724" y="540615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05</a:t>
            </a:r>
          </a:p>
        </p:txBody>
      </p:sp>
      <p:sp>
        <p:nvSpPr>
          <p:cNvPr id="21" name="Cerrar llave 20">
            <a:extLst>
              <a:ext uri="{FF2B5EF4-FFF2-40B4-BE49-F238E27FC236}">
                <a16:creationId xmlns:a16="http://schemas.microsoft.com/office/drawing/2014/main" id="{6253FDA1-32E1-02B0-07A5-CF41618BB574}"/>
              </a:ext>
            </a:extLst>
          </p:cNvPr>
          <p:cNvSpPr/>
          <p:nvPr/>
        </p:nvSpPr>
        <p:spPr>
          <a:xfrm>
            <a:off x="4347565" y="5406152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FC9E41A3-A8EB-E466-FE9C-02F98A5CA675}"/>
              </a:ext>
            </a:extLst>
          </p:cNvPr>
          <p:cNvSpPr/>
          <p:nvPr/>
        </p:nvSpPr>
        <p:spPr>
          <a:xfrm>
            <a:off x="7653621" y="171220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---</a:t>
            </a:r>
          </a:p>
        </p:txBody>
      </p:sp>
      <p:sp>
        <p:nvSpPr>
          <p:cNvPr id="23" name="Cerrar llave 22">
            <a:extLst>
              <a:ext uri="{FF2B5EF4-FFF2-40B4-BE49-F238E27FC236}">
                <a16:creationId xmlns:a16="http://schemas.microsoft.com/office/drawing/2014/main" id="{AA4CAD76-53A0-9CED-34FB-B391A2B2F165}"/>
              </a:ext>
            </a:extLst>
          </p:cNvPr>
          <p:cNvSpPr/>
          <p:nvPr/>
        </p:nvSpPr>
        <p:spPr>
          <a:xfrm>
            <a:off x="6872462" y="1256771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1E3739CE-81D1-C92C-B5F1-A0052E4912A2}"/>
              </a:ext>
            </a:extLst>
          </p:cNvPr>
          <p:cNvSpPr/>
          <p:nvPr/>
        </p:nvSpPr>
        <p:spPr>
          <a:xfrm>
            <a:off x="7653621" y="46797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07</a:t>
            </a:r>
          </a:p>
        </p:txBody>
      </p:sp>
      <p:sp>
        <p:nvSpPr>
          <p:cNvPr id="25" name="Cerrar llave 24">
            <a:extLst>
              <a:ext uri="{FF2B5EF4-FFF2-40B4-BE49-F238E27FC236}">
                <a16:creationId xmlns:a16="http://schemas.microsoft.com/office/drawing/2014/main" id="{174F4FEB-5002-3FCA-3F12-A3719ED3312E}"/>
              </a:ext>
            </a:extLst>
          </p:cNvPr>
          <p:cNvSpPr/>
          <p:nvPr/>
        </p:nvSpPr>
        <p:spPr>
          <a:xfrm>
            <a:off x="6872462" y="4224329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F54FB434-B3BD-99A7-C7C7-775C63E2AEBE}"/>
              </a:ext>
            </a:extLst>
          </p:cNvPr>
          <p:cNvSpPr/>
          <p:nvPr/>
        </p:nvSpPr>
        <p:spPr>
          <a:xfrm>
            <a:off x="10178518" y="3195084"/>
            <a:ext cx="1743738" cy="4678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---</a:t>
            </a:r>
          </a:p>
        </p:txBody>
      </p:sp>
      <p:sp>
        <p:nvSpPr>
          <p:cNvPr id="31" name="Cerrar llave 30">
            <a:extLst>
              <a:ext uri="{FF2B5EF4-FFF2-40B4-BE49-F238E27FC236}">
                <a16:creationId xmlns:a16="http://schemas.microsoft.com/office/drawing/2014/main" id="{716B5F01-3BAC-0037-F247-3893AAFC52A5}"/>
              </a:ext>
            </a:extLst>
          </p:cNvPr>
          <p:cNvSpPr/>
          <p:nvPr/>
        </p:nvSpPr>
        <p:spPr>
          <a:xfrm>
            <a:off x="9397359" y="1946118"/>
            <a:ext cx="781159" cy="296576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2475863B-886B-47AE-775D-D0B97EB1768D}"/>
              </a:ext>
            </a:extLst>
          </p:cNvPr>
          <p:cNvSpPr/>
          <p:nvPr/>
        </p:nvSpPr>
        <p:spPr>
          <a:xfrm>
            <a:off x="78930" y="184175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04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4A107C41-76F0-6EDB-C0E4-EED2385EBC97}"/>
              </a:ext>
            </a:extLst>
          </p:cNvPr>
          <p:cNvSpPr/>
          <p:nvPr/>
        </p:nvSpPr>
        <p:spPr>
          <a:xfrm>
            <a:off x="78930" y="74434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06</a:t>
            </a:r>
          </a:p>
        </p:txBody>
      </p:sp>
      <p:sp>
        <p:nvSpPr>
          <p:cNvPr id="8" name="Cerrar llave 14">
            <a:extLst>
              <a:ext uri="{FF2B5EF4-FFF2-40B4-BE49-F238E27FC236}">
                <a16:creationId xmlns:a16="http://schemas.microsoft.com/office/drawing/2014/main" id="{B8872FE6-E4CA-9A46-002B-B8E4C92AACDA}"/>
              </a:ext>
            </a:extLst>
          </p:cNvPr>
          <p:cNvSpPr/>
          <p:nvPr/>
        </p:nvSpPr>
        <p:spPr>
          <a:xfrm>
            <a:off x="1822668" y="41808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53867EBA-92D1-0DB6-9DB4-6C4996814961}"/>
              </a:ext>
            </a:extLst>
          </p:cNvPr>
          <p:cNvSpPr/>
          <p:nvPr/>
        </p:nvSpPr>
        <p:spPr>
          <a:xfrm>
            <a:off x="78930" y="130452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10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850B011D-6A14-A5DF-A657-69423C0EAA11}"/>
              </a:ext>
            </a:extLst>
          </p:cNvPr>
          <p:cNvSpPr/>
          <p:nvPr/>
        </p:nvSpPr>
        <p:spPr>
          <a:xfrm>
            <a:off x="78930" y="186469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03</a:t>
            </a:r>
          </a:p>
        </p:txBody>
      </p:sp>
      <p:sp>
        <p:nvSpPr>
          <p:cNvPr id="27" name="Cerrar llave 14">
            <a:extLst>
              <a:ext uri="{FF2B5EF4-FFF2-40B4-BE49-F238E27FC236}">
                <a16:creationId xmlns:a16="http://schemas.microsoft.com/office/drawing/2014/main" id="{B4077062-B65C-E1F5-346E-1BF767276488}"/>
              </a:ext>
            </a:extLst>
          </p:cNvPr>
          <p:cNvSpPr/>
          <p:nvPr/>
        </p:nvSpPr>
        <p:spPr>
          <a:xfrm>
            <a:off x="1822668" y="1538435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33CA138-997F-FFB5-18CB-AE5EAE76A899}"/>
              </a:ext>
            </a:extLst>
          </p:cNvPr>
          <p:cNvSpPr txBox="1"/>
          <p:nvPr/>
        </p:nvSpPr>
        <p:spPr>
          <a:xfrm>
            <a:off x="233295" y="6397890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Initial Round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63C7973-1779-9A5C-9CEF-8544C3173C4E}"/>
              </a:ext>
            </a:extLst>
          </p:cNvPr>
          <p:cNvSpPr txBox="1"/>
          <p:nvPr/>
        </p:nvSpPr>
        <p:spPr>
          <a:xfrm>
            <a:off x="2702664" y="6394030"/>
            <a:ext cx="154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Quarter finals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2CFA55A-F53F-DF07-D070-4315ED42282D}"/>
              </a:ext>
            </a:extLst>
          </p:cNvPr>
          <p:cNvSpPr txBox="1"/>
          <p:nvPr/>
        </p:nvSpPr>
        <p:spPr>
          <a:xfrm>
            <a:off x="5384078" y="6394030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Semifinals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2F9020FC-2C56-0C6A-C20D-CA10DB97ED61}"/>
              </a:ext>
            </a:extLst>
          </p:cNvPr>
          <p:cNvSpPr txBox="1"/>
          <p:nvPr/>
        </p:nvSpPr>
        <p:spPr>
          <a:xfrm>
            <a:off x="8192033" y="6394030"/>
            <a:ext cx="66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40526348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8FB7B5-2B22-5F93-A29B-C91FB15A2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FD867A3-DDFC-3F8D-FCC5-131180C3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436A17-D233-E736-2B97-2B2CD01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060D12-9E1C-357D-7D45-B63927D6F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</a:t>
            </a:r>
            <a:r>
              <a:rPr lang="en-US" sz="3200" b="1" dirty="0">
                <a:solidFill>
                  <a:schemeClr val="accent2"/>
                </a:solidFill>
              </a:rPr>
              <a:t>10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01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</a:t>
            </a:r>
            <a:r>
              <a:rPr lang="en-US" sz="3200" b="1" dirty="0">
                <a:solidFill>
                  <a:srgbClr val="595959"/>
                </a:solidFill>
              </a:rPr>
              <a:t>1</a:t>
            </a: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</a:t>
            </a:r>
            <a:r>
              <a:rPr lang="en-US" sz="3200" u="sng" dirty="0">
                <a:solidFill>
                  <a:srgbClr val="595959"/>
                </a:solidFill>
              </a:rPr>
              <a:t>10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3200" dirty="0">
                <a:solidFill>
                  <a:srgbClr val="595959"/>
                </a:solidFill>
              </a:rPr>
              <a:t>0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01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3200" dirty="0">
                <a:solidFill>
                  <a:srgbClr val="595959"/>
                </a:solidFill>
              </a:rPr>
              <a:t>0</a:t>
            </a:r>
            <a:endParaRPr lang="en-US" sz="3200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M1-10_01_v2">
            <a:hlinkClick r:id="" action="ppaction://media"/>
            <a:extLst>
              <a:ext uri="{FF2B5EF4-FFF2-40B4-BE49-F238E27FC236}">
                <a16:creationId xmlns:a16="http://schemas.microsoft.com/office/drawing/2014/main" id="{7853FBB7-F4A7-12BE-62FE-CE9C9AD0887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8263" y="685800"/>
            <a:ext cx="4177937" cy="54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724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FE16F3-E8F5-F127-22CF-2EA985605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C5E44A5-966C-3532-C5C6-DF530622A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AE0B5E-D6BD-A65F-7539-524F449EA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F09A22-C64C-9267-01CE-BDE6C68C8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</a:t>
            </a:r>
            <a:r>
              <a:rPr lang="en-US" sz="3200" b="1" dirty="0">
                <a:solidFill>
                  <a:schemeClr val="accent2"/>
                </a:solidFill>
              </a:rPr>
              <a:t>10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01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2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</a:t>
            </a:r>
            <a:r>
              <a:rPr lang="en-US" sz="3200" u="sng" dirty="0">
                <a:solidFill>
                  <a:srgbClr val="595959"/>
                </a:solidFill>
              </a:rPr>
              <a:t>10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1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01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3200" dirty="0">
                <a:solidFill>
                  <a:srgbClr val="595959"/>
                </a:solidFill>
              </a:rPr>
              <a:t>0</a:t>
            </a:r>
            <a:endParaRPr lang="en-US" sz="3200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M2-01_10_v2">
            <a:hlinkClick r:id="" action="ppaction://media"/>
            <a:extLst>
              <a:ext uri="{FF2B5EF4-FFF2-40B4-BE49-F238E27FC236}">
                <a16:creationId xmlns:a16="http://schemas.microsoft.com/office/drawing/2014/main" id="{7A164408-DD90-4D2E-6192-B6774E49A8C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8263" y="685800"/>
            <a:ext cx="4177937" cy="54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217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88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576A8-F5C1-A3BE-C53B-1B9A61FDC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840B9C-0382-7148-436C-0687BCD9A0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CBA54D-AAE9-DE2C-FE35-C5318579B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09A8CC-A548-1BD3-41D0-597C3AE05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</a:t>
            </a:r>
            <a:r>
              <a:rPr lang="en-US" sz="3200" b="1" dirty="0">
                <a:solidFill>
                  <a:schemeClr val="accent2"/>
                </a:solidFill>
              </a:rPr>
              <a:t>10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01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3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</a:t>
            </a:r>
            <a:r>
              <a:rPr lang="en-US" sz="3200" u="sng" dirty="0">
                <a:solidFill>
                  <a:srgbClr val="595959"/>
                </a:solidFill>
              </a:rPr>
              <a:t>10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2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01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3200" dirty="0">
                <a:solidFill>
                  <a:srgbClr val="595959"/>
                </a:solidFill>
              </a:rPr>
              <a:t>0</a:t>
            </a:r>
            <a:endParaRPr lang="en-US" sz="3200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M3-10_01_v2">
            <a:hlinkClick r:id="" action="ppaction://media"/>
            <a:extLst>
              <a:ext uri="{FF2B5EF4-FFF2-40B4-BE49-F238E27FC236}">
                <a16:creationId xmlns:a16="http://schemas.microsoft.com/office/drawing/2014/main" id="{96A00906-007B-DC05-70A5-1EEC6E9306E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8263" y="685800"/>
            <a:ext cx="4177937" cy="54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239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78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3FE795-1C0A-836D-6C65-8D0F4B1CC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539B09D-610E-25A1-06B0-736381920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D7B342-88FA-DABF-98B7-F4E486C55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pic>
        <p:nvPicPr>
          <p:cNvPr id="7" name="Imagen 6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E0E7F6F-27DB-C8E4-6A4C-2508C95FF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684" y="1787446"/>
            <a:ext cx="2342634" cy="328310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62DBD64-04F3-C465-153F-BC8DEB6FD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161" y="1987779"/>
            <a:ext cx="2056742" cy="2882441"/>
          </a:xfrm>
          <a:prstGeom prst="rect">
            <a:avLst/>
          </a:prstGeom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6731D29D-304C-A632-969C-F5196330B53E}"/>
              </a:ext>
            </a:extLst>
          </p:cNvPr>
          <p:cNvSpPr txBox="1">
            <a:spLocks/>
          </p:cNvSpPr>
          <p:nvPr/>
        </p:nvSpPr>
        <p:spPr>
          <a:xfrm>
            <a:off x="3815317" y="1382728"/>
            <a:ext cx="4561369" cy="3687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2"/>
                </a:solidFill>
              </a:rPr>
              <a:t>Group 10 </a:t>
            </a:r>
            <a:r>
              <a:rPr lang="en-US" sz="3200" dirty="0">
                <a:solidFill>
                  <a:schemeClr val="accent2"/>
                </a:solidFill>
              </a:rPr>
              <a:t>vs</a:t>
            </a:r>
            <a:r>
              <a:rPr lang="en-US" sz="3200" b="1" dirty="0">
                <a:solidFill>
                  <a:schemeClr val="accent2"/>
                </a:solidFill>
              </a:rPr>
              <a:t> Group 01</a:t>
            </a:r>
            <a:br>
              <a:rPr lang="en-US" sz="3200" b="1" dirty="0">
                <a:solidFill>
                  <a:srgbClr val="595959"/>
                </a:solidFill>
              </a:rPr>
            </a:br>
            <a:br>
              <a:rPr lang="en-US" sz="3200" b="1" dirty="0">
                <a:solidFill>
                  <a:srgbClr val="595959"/>
                </a:solidFill>
              </a:rPr>
            </a:br>
            <a:r>
              <a:rPr lang="en-US" sz="3200" b="1" dirty="0">
                <a:solidFill>
                  <a:srgbClr val="595959"/>
                </a:solidFill>
              </a:rPr>
              <a:t>Result</a:t>
            </a:r>
            <a:br>
              <a:rPr lang="en-US" sz="3200" b="1" dirty="0">
                <a:solidFill>
                  <a:srgbClr val="595959"/>
                </a:solidFill>
              </a:rPr>
            </a:br>
            <a:br>
              <a:rPr lang="en-US" sz="3200" dirty="0">
                <a:solidFill>
                  <a:srgbClr val="595959"/>
                </a:solidFill>
              </a:rPr>
            </a:br>
            <a:r>
              <a:rPr lang="en-US" sz="3200" dirty="0">
                <a:solidFill>
                  <a:srgbClr val="595959"/>
                </a:solidFill>
              </a:rPr>
              <a:t>Group 10: 3 </a:t>
            </a:r>
            <a:br>
              <a:rPr lang="en-US" sz="3200" dirty="0">
                <a:solidFill>
                  <a:srgbClr val="595959"/>
                </a:solidFill>
              </a:rPr>
            </a:b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Group 01: 0</a:t>
            </a:r>
          </a:p>
        </p:txBody>
      </p:sp>
    </p:spTree>
    <p:extLst>
      <p:ext uri="{BB962C8B-B14F-4D97-AF65-F5344CB8AC3E}">
        <p14:creationId xmlns:p14="http://schemas.microsoft.com/office/powerpoint/2010/main" val="3971777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91D59-63AB-A478-1850-10A64E901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13041312-C668-496C-9341-333C318DEC06}"/>
              </a:ext>
            </a:extLst>
          </p:cNvPr>
          <p:cNvSpPr/>
          <p:nvPr/>
        </p:nvSpPr>
        <p:spPr>
          <a:xfrm>
            <a:off x="2603827" y="474080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04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2E17C35D-F8DD-0460-AE64-A86DD2A0EFDF}"/>
              </a:ext>
            </a:extLst>
          </p:cNvPr>
          <p:cNvSpPr/>
          <p:nvPr/>
        </p:nvSpPr>
        <p:spPr>
          <a:xfrm>
            <a:off x="2603827" y="1576522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10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32A055F5-0B62-22C9-C55C-9D8BAF4DC446}"/>
              </a:ext>
            </a:extLst>
          </p:cNvPr>
          <p:cNvSpPr/>
          <p:nvPr/>
        </p:nvSpPr>
        <p:spPr>
          <a:xfrm>
            <a:off x="2603827" y="224172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09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4DC146C9-AC53-3CE0-58C7-0C6D87A8F637}"/>
              </a:ext>
            </a:extLst>
          </p:cNvPr>
          <p:cNvSpPr/>
          <p:nvPr/>
        </p:nvSpPr>
        <p:spPr>
          <a:xfrm>
            <a:off x="2603827" y="280189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01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9DE43951-8ACE-A35C-A0EF-AE39287157B9}"/>
              </a:ext>
            </a:extLst>
          </p:cNvPr>
          <p:cNvSpPr/>
          <p:nvPr/>
        </p:nvSpPr>
        <p:spPr>
          <a:xfrm>
            <a:off x="2603827" y="372932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07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0F5740BA-3EF2-9DFF-3DB0-5AECDA24092F}"/>
              </a:ext>
            </a:extLst>
          </p:cNvPr>
          <p:cNvSpPr/>
          <p:nvPr/>
        </p:nvSpPr>
        <p:spPr>
          <a:xfrm>
            <a:off x="2603827" y="428949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02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1D34DE9A-AA9B-15E7-FBB3-F4601FE5B9E1}"/>
              </a:ext>
            </a:extLst>
          </p:cNvPr>
          <p:cNvSpPr/>
          <p:nvPr/>
        </p:nvSpPr>
        <p:spPr>
          <a:xfrm>
            <a:off x="2603827" y="517798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05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4228237D-3BD1-F372-6376-2F4C838ACA76}"/>
              </a:ext>
            </a:extLst>
          </p:cNvPr>
          <p:cNvSpPr/>
          <p:nvPr/>
        </p:nvSpPr>
        <p:spPr>
          <a:xfrm>
            <a:off x="2603827" y="57381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08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2C1048DE-FD9E-34A8-CB66-DD5D780FCA49}"/>
              </a:ext>
            </a:extLst>
          </p:cNvPr>
          <p:cNvSpPr/>
          <p:nvPr/>
        </p:nvSpPr>
        <p:spPr>
          <a:xfrm>
            <a:off x="5128724" y="1026977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10</a:t>
            </a:r>
          </a:p>
        </p:txBody>
      </p: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E826DA56-1FFE-6EDA-5742-BFF6A26A4F72}"/>
              </a:ext>
            </a:extLst>
          </p:cNvPr>
          <p:cNvSpPr/>
          <p:nvPr/>
        </p:nvSpPr>
        <p:spPr>
          <a:xfrm>
            <a:off x="4347565" y="698661"/>
            <a:ext cx="781159" cy="112240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0A9DFE35-C63D-4776-21D9-D58F59D6EABE}"/>
              </a:ext>
            </a:extLst>
          </p:cNvPr>
          <p:cNvSpPr/>
          <p:nvPr/>
        </p:nvSpPr>
        <p:spPr>
          <a:xfrm>
            <a:off x="5128724" y="247563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01</a:t>
            </a:r>
          </a:p>
        </p:txBody>
      </p:sp>
      <p:sp>
        <p:nvSpPr>
          <p:cNvPr id="17" name="Cerrar llave 16">
            <a:extLst>
              <a:ext uri="{FF2B5EF4-FFF2-40B4-BE49-F238E27FC236}">
                <a16:creationId xmlns:a16="http://schemas.microsoft.com/office/drawing/2014/main" id="{DE1BE2E3-B861-0CF6-AD78-BC3E4337F0BA}"/>
              </a:ext>
            </a:extLst>
          </p:cNvPr>
          <p:cNvSpPr/>
          <p:nvPr/>
        </p:nvSpPr>
        <p:spPr>
          <a:xfrm>
            <a:off x="4347565" y="2475637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72576F26-C531-BFC2-9480-A78786D7E138}"/>
              </a:ext>
            </a:extLst>
          </p:cNvPr>
          <p:cNvSpPr/>
          <p:nvPr/>
        </p:nvSpPr>
        <p:spPr>
          <a:xfrm>
            <a:off x="5128724" y="396324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07</a:t>
            </a:r>
          </a:p>
        </p:txBody>
      </p:sp>
      <p:sp>
        <p:nvSpPr>
          <p:cNvPr id="19" name="Cerrar llave 18">
            <a:extLst>
              <a:ext uri="{FF2B5EF4-FFF2-40B4-BE49-F238E27FC236}">
                <a16:creationId xmlns:a16="http://schemas.microsoft.com/office/drawing/2014/main" id="{87A8F6CE-4930-A4F6-64FA-56D71E7637DC}"/>
              </a:ext>
            </a:extLst>
          </p:cNvPr>
          <p:cNvSpPr/>
          <p:nvPr/>
        </p:nvSpPr>
        <p:spPr>
          <a:xfrm>
            <a:off x="4347565" y="396323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3B359EAA-86F9-3E9C-4F06-AAF57991FC7F}"/>
              </a:ext>
            </a:extLst>
          </p:cNvPr>
          <p:cNvSpPr/>
          <p:nvPr/>
        </p:nvSpPr>
        <p:spPr>
          <a:xfrm>
            <a:off x="5128724" y="540615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05</a:t>
            </a:r>
          </a:p>
        </p:txBody>
      </p:sp>
      <p:sp>
        <p:nvSpPr>
          <p:cNvPr id="21" name="Cerrar llave 20">
            <a:extLst>
              <a:ext uri="{FF2B5EF4-FFF2-40B4-BE49-F238E27FC236}">
                <a16:creationId xmlns:a16="http://schemas.microsoft.com/office/drawing/2014/main" id="{28A8028A-6AAF-D8D5-FC85-1D3D962C5E2A}"/>
              </a:ext>
            </a:extLst>
          </p:cNvPr>
          <p:cNvSpPr/>
          <p:nvPr/>
        </p:nvSpPr>
        <p:spPr>
          <a:xfrm>
            <a:off x="4347565" y="5406152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36712FD9-0C00-5C6F-322F-E8F43E0B9439}"/>
              </a:ext>
            </a:extLst>
          </p:cNvPr>
          <p:cNvSpPr/>
          <p:nvPr/>
        </p:nvSpPr>
        <p:spPr>
          <a:xfrm>
            <a:off x="7653621" y="171220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10</a:t>
            </a:r>
          </a:p>
        </p:txBody>
      </p:sp>
      <p:sp>
        <p:nvSpPr>
          <p:cNvPr id="23" name="Cerrar llave 22">
            <a:extLst>
              <a:ext uri="{FF2B5EF4-FFF2-40B4-BE49-F238E27FC236}">
                <a16:creationId xmlns:a16="http://schemas.microsoft.com/office/drawing/2014/main" id="{9379F8BF-5CA9-73D0-B896-7FF668A472E3}"/>
              </a:ext>
            </a:extLst>
          </p:cNvPr>
          <p:cNvSpPr/>
          <p:nvPr/>
        </p:nvSpPr>
        <p:spPr>
          <a:xfrm>
            <a:off x="6872462" y="1256771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6C8A9E78-BC31-7F63-20C2-D70706012998}"/>
              </a:ext>
            </a:extLst>
          </p:cNvPr>
          <p:cNvSpPr/>
          <p:nvPr/>
        </p:nvSpPr>
        <p:spPr>
          <a:xfrm>
            <a:off x="7653621" y="46797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07</a:t>
            </a:r>
          </a:p>
        </p:txBody>
      </p:sp>
      <p:sp>
        <p:nvSpPr>
          <p:cNvPr id="25" name="Cerrar llave 24">
            <a:extLst>
              <a:ext uri="{FF2B5EF4-FFF2-40B4-BE49-F238E27FC236}">
                <a16:creationId xmlns:a16="http://schemas.microsoft.com/office/drawing/2014/main" id="{9045AE68-6032-C0DB-96A9-B20B870CFEB7}"/>
              </a:ext>
            </a:extLst>
          </p:cNvPr>
          <p:cNvSpPr/>
          <p:nvPr/>
        </p:nvSpPr>
        <p:spPr>
          <a:xfrm>
            <a:off x="6872462" y="4224329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F265A09E-F9BC-0170-C37E-94AAF4482FF9}"/>
              </a:ext>
            </a:extLst>
          </p:cNvPr>
          <p:cNvSpPr/>
          <p:nvPr/>
        </p:nvSpPr>
        <p:spPr>
          <a:xfrm>
            <a:off x="10178518" y="3195084"/>
            <a:ext cx="1743738" cy="4678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---</a:t>
            </a:r>
          </a:p>
        </p:txBody>
      </p:sp>
      <p:sp>
        <p:nvSpPr>
          <p:cNvPr id="31" name="Cerrar llave 30">
            <a:extLst>
              <a:ext uri="{FF2B5EF4-FFF2-40B4-BE49-F238E27FC236}">
                <a16:creationId xmlns:a16="http://schemas.microsoft.com/office/drawing/2014/main" id="{3726285F-BA1D-9E5C-29F2-73E12C1FA6E2}"/>
              </a:ext>
            </a:extLst>
          </p:cNvPr>
          <p:cNvSpPr/>
          <p:nvPr/>
        </p:nvSpPr>
        <p:spPr>
          <a:xfrm>
            <a:off x="9397359" y="1946118"/>
            <a:ext cx="781159" cy="296576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9B8C9E00-4D3A-8D26-2134-90342C98B752}"/>
              </a:ext>
            </a:extLst>
          </p:cNvPr>
          <p:cNvSpPr/>
          <p:nvPr/>
        </p:nvSpPr>
        <p:spPr>
          <a:xfrm>
            <a:off x="78930" y="184175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04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84B01650-92F2-3364-8D70-46A3CA7FFCAF}"/>
              </a:ext>
            </a:extLst>
          </p:cNvPr>
          <p:cNvSpPr/>
          <p:nvPr/>
        </p:nvSpPr>
        <p:spPr>
          <a:xfrm>
            <a:off x="78930" y="74434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06</a:t>
            </a:r>
          </a:p>
        </p:txBody>
      </p:sp>
      <p:sp>
        <p:nvSpPr>
          <p:cNvPr id="8" name="Cerrar llave 14">
            <a:extLst>
              <a:ext uri="{FF2B5EF4-FFF2-40B4-BE49-F238E27FC236}">
                <a16:creationId xmlns:a16="http://schemas.microsoft.com/office/drawing/2014/main" id="{2703B6BE-F2F8-8890-2BF5-49896AD9E6E9}"/>
              </a:ext>
            </a:extLst>
          </p:cNvPr>
          <p:cNvSpPr/>
          <p:nvPr/>
        </p:nvSpPr>
        <p:spPr>
          <a:xfrm>
            <a:off x="1822668" y="41808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AE056658-4DD5-D0B3-918F-E6473CA50C1C}"/>
              </a:ext>
            </a:extLst>
          </p:cNvPr>
          <p:cNvSpPr/>
          <p:nvPr/>
        </p:nvSpPr>
        <p:spPr>
          <a:xfrm>
            <a:off x="78930" y="130452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10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BFA28DA4-7FDA-E121-5ED7-AB94F8106D55}"/>
              </a:ext>
            </a:extLst>
          </p:cNvPr>
          <p:cNvSpPr/>
          <p:nvPr/>
        </p:nvSpPr>
        <p:spPr>
          <a:xfrm>
            <a:off x="78930" y="186469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03</a:t>
            </a:r>
          </a:p>
        </p:txBody>
      </p:sp>
      <p:sp>
        <p:nvSpPr>
          <p:cNvPr id="27" name="Cerrar llave 14">
            <a:extLst>
              <a:ext uri="{FF2B5EF4-FFF2-40B4-BE49-F238E27FC236}">
                <a16:creationId xmlns:a16="http://schemas.microsoft.com/office/drawing/2014/main" id="{145651C6-CE32-A4FB-0B11-C8E5637D7303}"/>
              </a:ext>
            </a:extLst>
          </p:cNvPr>
          <p:cNvSpPr/>
          <p:nvPr/>
        </p:nvSpPr>
        <p:spPr>
          <a:xfrm>
            <a:off x="1822668" y="1538435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AB5B6BC-CF4D-40EA-3FA3-7FC8FE5A0D7F}"/>
              </a:ext>
            </a:extLst>
          </p:cNvPr>
          <p:cNvSpPr txBox="1"/>
          <p:nvPr/>
        </p:nvSpPr>
        <p:spPr>
          <a:xfrm>
            <a:off x="233295" y="6397890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Initial Round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04606A77-F2E6-8012-E842-766640A7CFFD}"/>
              </a:ext>
            </a:extLst>
          </p:cNvPr>
          <p:cNvSpPr txBox="1"/>
          <p:nvPr/>
        </p:nvSpPr>
        <p:spPr>
          <a:xfrm>
            <a:off x="2702664" y="6394030"/>
            <a:ext cx="154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Quarter finals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7345FE5-A686-7434-0850-9F2DDB303566}"/>
              </a:ext>
            </a:extLst>
          </p:cNvPr>
          <p:cNvSpPr txBox="1"/>
          <p:nvPr/>
        </p:nvSpPr>
        <p:spPr>
          <a:xfrm>
            <a:off x="5384078" y="6394030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Semifinals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94E58A3-8E1B-8EFD-4C42-585C357227BA}"/>
              </a:ext>
            </a:extLst>
          </p:cNvPr>
          <p:cNvSpPr txBox="1"/>
          <p:nvPr/>
        </p:nvSpPr>
        <p:spPr>
          <a:xfrm>
            <a:off x="8192033" y="6394030"/>
            <a:ext cx="66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5140987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B4C415-C299-0EB1-1B08-D4ABE1B37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tabla&#10;&#10;El contenido generado por IA puede ser incorrecto.">
            <a:extLst>
              <a:ext uri="{FF2B5EF4-FFF2-40B4-BE49-F238E27FC236}">
                <a16:creationId xmlns:a16="http://schemas.microsoft.com/office/drawing/2014/main" id="{B043E4D3-689E-B422-BD59-26E8A600FE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32" r="1" b="1"/>
          <a:stretch>
            <a:fillRect/>
          </a:stretch>
        </p:blipFill>
        <p:spPr>
          <a:xfrm>
            <a:off x="5101771" y="10"/>
            <a:ext cx="7094361" cy="6857989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6BF7D883-D852-DB56-F12C-7244EFBBD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527208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D7F79EB9-4D44-829B-5727-5FD97638A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03011">
            <a:off x="1718653" y="70086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3DEE4E-F97A-87BC-2CC9-F4DB69B65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795509"/>
            <a:ext cx="5272088" cy="27986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The Final Match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707968F-9B67-7525-B8EF-087B2AC3F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1186" y="4626633"/>
            <a:ext cx="491961" cy="49196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984E574-B7CC-864B-CF8E-0719238DC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27932" y="5011563"/>
            <a:ext cx="731558" cy="731558"/>
          </a:xfrm>
          <a:prstGeom prst="rect">
            <a:avLst/>
          </a:prstGeom>
          <a:noFill/>
          <a:ln w="127000">
            <a:solidFill>
              <a:schemeClr val="accent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6504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2CE02-D616-758A-89A5-BD4A92BB0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FB2FF0B3-1B2E-C4CF-CC4F-BA415465F0C6}"/>
              </a:ext>
            </a:extLst>
          </p:cNvPr>
          <p:cNvSpPr/>
          <p:nvPr/>
        </p:nvSpPr>
        <p:spPr>
          <a:xfrm>
            <a:off x="2603827" y="474080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04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14E1E8A4-E5C9-DD9F-4DA1-408ED482196A}"/>
              </a:ext>
            </a:extLst>
          </p:cNvPr>
          <p:cNvSpPr/>
          <p:nvPr/>
        </p:nvSpPr>
        <p:spPr>
          <a:xfrm>
            <a:off x="2603827" y="1576522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10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4BB55D9F-CF11-4327-02FA-BA9A5F9F7B96}"/>
              </a:ext>
            </a:extLst>
          </p:cNvPr>
          <p:cNvSpPr/>
          <p:nvPr/>
        </p:nvSpPr>
        <p:spPr>
          <a:xfrm>
            <a:off x="2603827" y="224172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09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353CFFF4-800D-F64A-AF2C-56C35F9E6E15}"/>
              </a:ext>
            </a:extLst>
          </p:cNvPr>
          <p:cNvSpPr/>
          <p:nvPr/>
        </p:nvSpPr>
        <p:spPr>
          <a:xfrm>
            <a:off x="2603827" y="280189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01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71B6EAAC-F942-6932-2D2D-330BE6E7AC5F}"/>
              </a:ext>
            </a:extLst>
          </p:cNvPr>
          <p:cNvSpPr/>
          <p:nvPr/>
        </p:nvSpPr>
        <p:spPr>
          <a:xfrm>
            <a:off x="2603827" y="372932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07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37F6EB2B-98EE-2CBC-8D65-23E8500AF891}"/>
              </a:ext>
            </a:extLst>
          </p:cNvPr>
          <p:cNvSpPr/>
          <p:nvPr/>
        </p:nvSpPr>
        <p:spPr>
          <a:xfrm>
            <a:off x="2603827" y="428949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02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C898676F-B861-F871-D1E3-850CC072F15A}"/>
              </a:ext>
            </a:extLst>
          </p:cNvPr>
          <p:cNvSpPr/>
          <p:nvPr/>
        </p:nvSpPr>
        <p:spPr>
          <a:xfrm>
            <a:off x="2603827" y="517798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05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28E4DD3A-7561-078B-567D-069DE2B08656}"/>
              </a:ext>
            </a:extLst>
          </p:cNvPr>
          <p:cNvSpPr/>
          <p:nvPr/>
        </p:nvSpPr>
        <p:spPr>
          <a:xfrm>
            <a:off x="2603827" y="57381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08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5DA38FA5-BF04-D7FB-30DD-010CEBEE7187}"/>
              </a:ext>
            </a:extLst>
          </p:cNvPr>
          <p:cNvSpPr/>
          <p:nvPr/>
        </p:nvSpPr>
        <p:spPr>
          <a:xfrm>
            <a:off x="5128724" y="1026977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10</a:t>
            </a:r>
          </a:p>
        </p:txBody>
      </p: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D23336FD-8168-3AE9-3A61-8C3CCA749022}"/>
              </a:ext>
            </a:extLst>
          </p:cNvPr>
          <p:cNvSpPr/>
          <p:nvPr/>
        </p:nvSpPr>
        <p:spPr>
          <a:xfrm>
            <a:off x="4347565" y="698661"/>
            <a:ext cx="781159" cy="112240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A253AB77-6FB2-4616-11FF-140D6DD92C66}"/>
              </a:ext>
            </a:extLst>
          </p:cNvPr>
          <p:cNvSpPr/>
          <p:nvPr/>
        </p:nvSpPr>
        <p:spPr>
          <a:xfrm>
            <a:off x="5128724" y="247563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01</a:t>
            </a:r>
          </a:p>
        </p:txBody>
      </p:sp>
      <p:sp>
        <p:nvSpPr>
          <p:cNvPr id="17" name="Cerrar llave 16">
            <a:extLst>
              <a:ext uri="{FF2B5EF4-FFF2-40B4-BE49-F238E27FC236}">
                <a16:creationId xmlns:a16="http://schemas.microsoft.com/office/drawing/2014/main" id="{16E8B087-9264-0743-20BD-2B790365FD9A}"/>
              </a:ext>
            </a:extLst>
          </p:cNvPr>
          <p:cNvSpPr/>
          <p:nvPr/>
        </p:nvSpPr>
        <p:spPr>
          <a:xfrm>
            <a:off x="4347565" y="2475637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20C12033-4CD4-23F4-8E01-B1DEAFAFF295}"/>
              </a:ext>
            </a:extLst>
          </p:cNvPr>
          <p:cNvSpPr/>
          <p:nvPr/>
        </p:nvSpPr>
        <p:spPr>
          <a:xfrm>
            <a:off x="5128724" y="396324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07</a:t>
            </a:r>
          </a:p>
        </p:txBody>
      </p:sp>
      <p:sp>
        <p:nvSpPr>
          <p:cNvPr id="19" name="Cerrar llave 18">
            <a:extLst>
              <a:ext uri="{FF2B5EF4-FFF2-40B4-BE49-F238E27FC236}">
                <a16:creationId xmlns:a16="http://schemas.microsoft.com/office/drawing/2014/main" id="{A565687A-09DE-E76E-91CE-1FB58E59E521}"/>
              </a:ext>
            </a:extLst>
          </p:cNvPr>
          <p:cNvSpPr/>
          <p:nvPr/>
        </p:nvSpPr>
        <p:spPr>
          <a:xfrm>
            <a:off x="4347565" y="396323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6EE02DDE-CFCC-421E-8527-F73DA6E4A765}"/>
              </a:ext>
            </a:extLst>
          </p:cNvPr>
          <p:cNvSpPr/>
          <p:nvPr/>
        </p:nvSpPr>
        <p:spPr>
          <a:xfrm>
            <a:off x="5128724" y="540615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05</a:t>
            </a:r>
          </a:p>
        </p:txBody>
      </p:sp>
      <p:sp>
        <p:nvSpPr>
          <p:cNvPr id="21" name="Cerrar llave 20">
            <a:extLst>
              <a:ext uri="{FF2B5EF4-FFF2-40B4-BE49-F238E27FC236}">
                <a16:creationId xmlns:a16="http://schemas.microsoft.com/office/drawing/2014/main" id="{E6CC15B4-7A82-6AE8-600E-B428395C529F}"/>
              </a:ext>
            </a:extLst>
          </p:cNvPr>
          <p:cNvSpPr/>
          <p:nvPr/>
        </p:nvSpPr>
        <p:spPr>
          <a:xfrm>
            <a:off x="4347565" y="5406152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168595FE-1401-E2CE-491D-2DE9B5DB5D17}"/>
              </a:ext>
            </a:extLst>
          </p:cNvPr>
          <p:cNvSpPr/>
          <p:nvPr/>
        </p:nvSpPr>
        <p:spPr>
          <a:xfrm>
            <a:off x="7653621" y="171220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10</a:t>
            </a:r>
          </a:p>
        </p:txBody>
      </p:sp>
      <p:sp>
        <p:nvSpPr>
          <p:cNvPr id="23" name="Cerrar llave 22">
            <a:extLst>
              <a:ext uri="{FF2B5EF4-FFF2-40B4-BE49-F238E27FC236}">
                <a16:creationId xmlns:a16="http://schemas.microsoft.com/office/drawing/2014/main" id="{CBBC06D8-C358-9A1C-3AF4-2E10630877AF}"/>
              </a:ext>
            </a:extLst>
          </p:cNvPr>
          <p:cNvSpPr/>
          <p:nvPr/>
        </p:nvSpPr>
        <p:spPr>
          <a:xfrm>
            <a:off x="6872462" y="1256771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645FD38D-2A98-30F0-07E2-311A19B73F8C}"/>
              </a:ext>
            </a:extLst>
          </p:cNvPr>
          <p:cNvSpPr/>
          <p:nvPr/>
        </p:nvSpPr>
        <p:spPr>
          <a:xfrm>
            <a:off x="7653621" y="46797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07</a:t>
            </a:r>
          </a:p>
        </p:txBody>
      </p:sp>
      <p:sp>
        <p:nvSpPr>
          <p:cNvPr id="25" name="Cerrar llave 24">
            <a:extLst>
              <a:ext uri="{FF2B5EF4-FFF2-40B4-BE49-F238E27FC236}">
                <a16:creationId xmlns:a16="http://schemas.microsoft.com/office/drawing/2014/main" id="{07EB643E-19F0-7E0D-6366-7FA7765BA2F5}"/>
              </a:ext>
            </a:extLst>
          </p:cNvPr>
          <p:cNvSpPr/>
          <p:nvPr/>
        </p:nvSpPr>
        <p:spPr>
          <a:xfrm>
            <a:off x="6872462" y="4224329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613DB742-2B3E-644D-941F-198026085EF2}"/>
              </a:ext>
            </a:extLst>
          </p:cNvPr>
          <p:cNvSpPr/>
          <p:nvPr/>
        </p:nvSpPr>
        <p:spPr>
          <a:xfrm>
            <a:off x="10178518" y="3195084"/>
            <a:ext cx="1743738" cy="4678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---</a:t>
            </a:r>
          </a:p>
        </p:txBody>
      </p:sp>
      <p:sp>
        <p:nvSpPr>
          <p:cNvPr id="31" name="Cerrar llave 30">
            <a:extLst>
              <a:ext uri="{FF2B5EF4-FFF2-40B4-BE49-F238E27FC236}">
                <a16:creationId xmlns:a16="http://schemas.microsoft.com/office/drawing/2014/main" id="{796C2EDF-4A6C-A1B1-9D89-55450E08D669}"/>
              </a:ext>
            </a:extLst>
          </p:cNvPr>
          <p:cNvSpPr/>
          <p:nvPr/>
        </p:nvSpPr>
        <p:spPr>
          <a:xfrm>
            <a:off x="9397359" y="1946118"/>
            <a:ext cx="781159" cy="296576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4B841B08-B461-588F-1F1C-49256B9964CF}"/>
              </a:ext>
            </a:extLst>
          </p:cNvPr>
          <p:cNvSpPr/>
          <p:nvPr/>
        </p:nvSpPr>
        <p:spPr>
          <a:xfrm>
            <a:off x="78930" y="184175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04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0CE3EC92-16AA-ABFF-8D25-48916036B861}"/>
              </a:ext>
            </a:extLst>
          </p:cNvPr>
          <p:cNvSpPr/>
          <p:nvPr/>
        </p:nvSpPr>
        <p:spPr>
          <a:xfrm>
            <a:off x="78930" y="74434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06</a:t>
            </a:r>
          </a:p>
        </p:txBody>
      </p:sp>
      <p:sp>
        <p:nvSpPr>
          <p:cNvPr id="8" name="Cerrar llave 14">
            <a:extLst>
              <a:ext uri="{FF2B5EF4-FFF2-40B4-BE49-F238E27FC236}">
                <a16:creationId xmlns:a16="http://schemas.microsoft.com/office/drawing/2014/main" id="{FF686975-943F-124D-119F-4610A0B60C3E}"/>
              </a:ext>
            </a:extLst>
          </p:cNvPr>
          <p:cNvSpPr/>
          <p:nvPr/>
        </p:nvSpPr>
        <p:spPr>
          <a:xfrm>
            <a:off x="1822668" y="41808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B5CDB6B5-1393-A7C0-F002-F19533F5B718}"/>
              </a:ext>
            </a:extLst>
          </p:cNvPr>
          <p:cNvSpPr/>
          <p:nvPr/>
        </p:nvSpPr>
        <p:spPr>
          <a:xfrm>
            <a:off x="78930" y="130452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10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EDCFC58F-A0D2-2046-99B9-53160FE68DA1}"/>
              </a:ext>
            </a:extLst>
          </p:cNvPr>
          <p:cNvSpPr/>
          <p:nvPr/>
        </p:nvSpPr>
        <p:spPr>
          <a:xfrm>
            <a:off x="78930" y="186469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03</a:t>
            </a:r>
          </a:p>
        </p:txBody>
      </p:sp>
      <p:sp>
        <p:nvSpPr>
          <p:cNvPr id="27" name="Cerrar llave 14">
            <a:extLst>
              <a:ext uri="{FF2B5EF4-FFF2-40B4-BE49-F238E27FC236}">
                <a16:creationId xmlns:a16="http://schemas.microsoft.com/office/drawing/2014/main" id="{026AB2A2-5CE4-8ACD-0E95-F42C4568D40A}"/>
              </a:ext>
            </a:extLst>
          </p:cNvPr>
          <p:cNvSpPr/>
          <p:nvPr/>
        </p:nvSpPr>
        <p:spPr>
          <a:xfrm>
            <a:off x="1822668" y="1538435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B121E26-CC1A-6CEB-A936-3CF6096D3AE7}"/>
              </a:ext>
            </a:extLst>
          </p:cNvPr>
          <p:cNvSpPr txBox="1"/>
          <p:nvPr/>
        </p:nvSpPr>
        <p:spPr>
          <a:xfrm>
            <a:off x="233295" y="6397890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Initial Round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62971B7-76D3-CC2F-99E2-C908649AF586}"/>
              </a:ext>
            </a:extLst>
          </p:cNvPr>
          <p:cNvSpPr txBox="1"/>
          <p:nvPr/>
        </p:nvSpPr>
        <p:spPr>
          <a:xfrm>
            <a:off x="2702664" y="6394030"/>
            <a:ext cx="154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Quarter finals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849D0C8-83BD-0175-EE6F-6A44205371F3}"/>
              </a:ext>
            </a:extLst>
          </p:cNvPr>
          <p:cNvSpPr txBox="1"/>
          <p:nvPr/>
        </p:nvSpPr>
        <p:spPr>
          <a:xfrm>
            <a:off x="5384078" y="6394030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Semifinals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0902D09A-34DD-6EB0-535B-B148A369D810}"/>
              </a:ext>
            </a:extLst>
          </p:cNvPr>
          <p:cNvSpPr txBox="1"/>
          <p:nvPr/>
        </p:nvSpPr>
        <p:spPr>
          <a:xfrm>
            <a:off x="8192033" y="6394030"/>
            <a:ext cx="66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23842890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D7DFD2-D1B0-180C-CBA5-015CDF406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02FC457-9870-F13D-95BB-8E2DCCBDC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491607-00C3-1E3C-7ABF-12A6B8B53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85B8C0-44EB-5D72-9198-3A4EE9D4F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</a:t>
            </a:r>
            <a:r>
              <a:rPr lang="en-US" sz="3200" b="1" dirty="0">
                <a:solidFill>
                  <a:schemeClr val="accent2"/>
                </a:solidFill>
              </a:rPr>
              <a:t>10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07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</a:t>
            </a:r>
            <a:r>
              <a:rPr lang="en-US" sz="3200" b="1" dirty="0">
                <a:solidFill>
                  <a:srgbClr val="595959"/>
                </a:solidFill>
              </a:rPr>
              <a:t>1</a:t>
            </a: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</a:t>
            </a:r>
            <a:r>
              <a:rPr lang="en-US" sz="3200" u="sng" dirty="0">
                <a:solidFill>
                  <a:srgbClr val="595959"/>
                </a:solidFill>
              </a:rPr>
              <a:t>10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3200" dirty="0">
                <a:solidFill>
                  <a:srgbClr val="595959"/>
                </a:solidFill>
              </a:rPr>
              <a:t>0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07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3200" dirty="0">
                <a:solidFill>
                  <a:srgbClr val="595959"/>
                </a:solidFill>
              </a:rPr>
              <a:t>0</a:t>
            </a:r>
            <a:endParaRPr lang="en-US" sz="3200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M1-10_07_v2">
            <a:hlinkClick r:id="" action="ppaction://media"/>
            <a:extLst>
              <a:ext uri="{FF2B5EF4-FFF2-40B4-BE49-F238E27FC236}">
                <a16:creationId xmlns:a16="http://schemas.microsoft.com/office/drawing/2014/main" id="{1279FA75-0481-6D18-F36E-A886D2CBEC6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0" y="685800"/>
            <a:ext cx="4191000" cy="55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52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3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1FF066-CB6F-F7E7-889E-E33935F65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54D44A-9ACD-F546-76DC-0D115C9DC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895E23-7231-5B1F-C9C8-62EDD9FEE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8CDC5F-77D3-89D0-243D-B140A523D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</a:t>
            </a:r>
            <a:r>
              <a:rPr lang="en-US" sz="3200" b="1" dirty="0">
                <a:solidFill>
                  <a:schemeClr val="accent2"/>
                </a:solidFill>
              </a:rPr>
              <a:t>10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07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2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</a:t>
            </a:r>
            <a:r>
              <a:rPr lang="en-US" sz="3200" u="sng" dirty="0">
                <a:solidFill>
                  <a:srgbClr val="595959"/>
                </a:solidFill>
              </a:rPr>
              <a:t>10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3200" dirty="0">
                <a:solidFill>
                  <a:srgbClr val="595959"/>
                </a:solidFill>
              </a:rPr>
              <a:t>0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07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1</a:t>
            </a:r>
          </a:p>
        </p:txBody>
      </p:sp>
      <p:pic>
        <p:nvPicPr>
          <p:cNvPr id="3" name="M2-07_10_v2">
            <a:hlinkClick r:id="" action="ppaction://media"/>
            <a:extLst>
              <a:ext uri="{FF2B5EF4-FFF2-40B4-BE49-F238E27FC236}">
                <a16:creationId xmlns:a16="http://schemas.microsoft.com/office/drawing/2014/main" id="{70C24EBD-CEF2-C836-6BAE-BDC5E18654E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0" y="685800"/>
            <a:ext cx="4191000" cy="55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051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46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048AE1-C284-B906-0B63-CA694956B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DA8E68-011E-817C-8460-A8EBB9915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DCA9CE-5060-6D54-08AF-58001CD39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EF479D-5B1D-93CB-EB39-93AA794BF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368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Group </a:t>
            </a:r>
            <a:r>
              <a:rPr lang="en-US" sz="3200" b="1" dirty="0">
                <a:solidFill>
                  <a:schemeClr val="accent2"/>
                </a:solidFill>
              </a:rPr>
              <a:t>10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vs</a:t>
            </a:r>
            <a:r>
              <a: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 Group 07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Match 3 / 5</a:t>
            </a:r>
            <a:br>
              <a:rPr lang="en-US" sz="32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</a:t>
            </a:r>
            <a:r>
              <a:rPr lang="en-US" sz="3200" u="sng" dirty="0">
                <a:solidFill>
                  <a:srgbClr val="595959"/>
                </a:solidFill>
              </a:rPr>
              <a:t>10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3200" dirty="0">
                <a:solidFill>
                  <a:srgbClr val="595959"/>
                </a:solidFill>
              </a:rPr>
              <a:t>0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</a:br>
            <a:r>
              <a:rPr lang="en-US" sz="3200" u="sng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Group 07</a:t>
            </a:r>
            <a:r>
              <a:rPr lang="en-US" sz="3200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: 2</a:t>
            </a:r>
          </a:p>
        </p:txBody>
      </p:sp>
      <p:pic>
        <p:nvPicPr>
          <p:cNvPr id="3" name="M3-10_07_v2">
            <a:hlinkClick r:id="" action="ppaction://media"/>
            <a:extLst>
              <a:ext uri="{FF2B5EF4-FFF2-40B4-BE49-F238E27FC236}">
                <a16:creationId xmlns:a16="http://schemas.microsoft.com/office/drawing/2014/main" id="{D26A1B79-66A6-135D-07C6-DC46C439F24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8263" y="685800"/>
            <a:ext cx="4177937" cy="54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7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88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C40125-4DB7-0D83-0F44-0F5D393D1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24D457-F986-C36C-DAD8-9820EB847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35DD47-A719-E92B-7477-F750D788D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pic>
        <p:nvPicPr>
          <p:cNvPr id="7" name="Imagen 6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F4B3DE3B-5F80-8468-2846-8B9C2BC90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684" y="1787446"/>
            <a:ext cx="2342634" cy="328310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913AA08-C850-C8D7-C3B2-087FAF38C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161" y="1987779"/>
            <a:ext cx="2056742" cy="2882441"/>
          </a:xfrm>
          <a:prstGeom prst="rect">
            <a:avLst/>
          </a:prstGeom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4074C5A3-C600-69F3-91E8-FD01485B1C02}"/>
              </a:ext>
            </a:extLst>
          </p:cNvPr>
          <p:cNvSpPr txBox="1">
            <a:spLocks/>
          </p:cNvSpPr>
          <p:nvPr/>
        </p:nvSpPr>
        <p:spPr>
          <a:xfrm>
            <a:off x="3815317" y="1382728"/>
            <a:ext cx="4561369" cy="3687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2"/>
                </a:solidFill>
              </a:rPr>
              <a:t>Group 10 </a:t>
            </a:r>
            <a:r>
              <a:rPr lang="en-US" sz="3200" dirty="0">
                <a:solidFill>
                  <a:schemeClr val="accent2"/>
                </a:solidFill>
              </a:rPr>
              <a:t>vs</a:t>
            </a:r>
            <a:r>
              <a:rPr lang="en-US" sz="3200" b="1" dirty="0">
                <a:solidFill>
                  <a:schemeClr val="accent2"/>
                </a:solidFill>
              </a:rPr>
              <a:t> Group 07</a:t>
            </a:r>
            <a:br>
              <a:rPr lang="en-US" sz="3200" b="1" dirty="0">
                <a:solidFill>
                  <a:srgbClr val="595959"/>
                </a:solidFill>
              </a:rPr>
            </a:br>
            <a:br>
              <a:rPr lang="en-US" sz="3200" b="1" dirty="0">
                <a:solidFill>
                  <a:srgbClr val="595959"/>
                </a:solidFill>
              </a:rPr>
            </a:br>
            <a:r>
              <a:rPr lang="en-US" sz="3200" b="1" dirty="0">
                <a:solidFill>
                  <a:srgbClr val="595959"/>
                </a:solidFill>
              </a:rPr>
              <a:t>Result</a:t>
            </a:r>
            <a:br>
              <a:rPr lang="en-US" sz="3200" b="1" dirty="0">
                <a:solidFill>
                  <a:srgbClr val="595959"/>
                </a:solidFill>
              </a:rPr>
            </a:br>
            <a:br>
              <a:rPr lang="en-US" sz="3200" dirty="0">
                <a:solidFill>
                  <a:srgbClr val="595959"/>
                </a:solidFill>
              </a:rPr>
            </a:br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Group 10: 0 </a:t>
            </a:r>
            <a:br>
              <a:rPr lang="en-US" sz="3200" dirty="0">
                <a:solidFill>
                  <a:srgbClr val="595959"/>
                </a:solidFill>
              </a:rPr>
            </a:br>
            <a:r>
              <a:rPr lang="en-US" sz="3200" dirty="0">
                <a:solidFill>
                  <a:srgbClr val="595959"/>
                </a:solidFill>
              </a:rPr>
              <a:t>Group 07: 3</a:t>
            </a:r>
          </a:p>
        </p:txBody>
      </p:sp>
    </p:spTree>
    <p:extLst>
      <p:ext uri="{BB962C8B-B14F-4D97-AF65-F5344CB8AC3E}">
        <p14:creationId xmlns:p14="http://schemas.microsoft.com/office/powerpoint/2010/main" val="26401078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371E6-91B4-DD74-064E-4BC327FF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BB78C2B6-C919-10CA-DAA5-4C1EE218B5BD}"/>
              </a:ext>
            </a:extLst>
          </p:cNvPr>
          <p:cNvSpPr/>
          <p:nvPr/>
        </p:nvSpPr>
        <p:spPr>
          <a:xfrm>
            <a:off x="2603827" y="474080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04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4D8BC71D-F40F-332B-55E1-5A8601A6DE19}"/>
              </a:ext>
            </a:extLst>
          </p:cNvPr>
          <p:cNvSpPr/>
          <p:nvPr/>
        </p:nvSpPr>
        <p:spPr>
          <a:xfrm>
            <a:off x="2603827" y="1576522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10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8AF5CB27-22EC-33B4-D585-9D2DF968BC6E}"/>
              </a:ext>
            </a:extLst>
          </p:cNvPr>
          <p:cNvSpPr/>
          <p:nvPr/>
        </p:nvSpPr>
        <p:spPr>
          <a:xfrm>
            <a:off x="2603827" y="224172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09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8655EF8F-F3A3-9692-3993-3E102277BA8E}"/>
              </a:ext>
            </a:extLst>
          </p:cNvPr>
          <p:cNvSpPr/>
          <p:nvPr/>
        </p:nvSpPr>
        <p:spPr>
          <a:xfrm>
            <a:off x="2603827" y="280189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01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AFDEB717-24AD-51F3-5755-935C9DBC5814}"/>
              </a:ext>
            </a:extLst>
          </p:cNvPr>
          <p:cNvSpPr/>
          <p:nvPr/>
        </p:nvSpPr>
        <p:spPr>
          <a:xfrm>
            <a:off x="2603827" y="3729326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07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EB6D5CB6-8C76-4BC2-B68C-46200D34CF36}"/>
              </a:ext>
            </a:extLst>
          </p:cNvPr>
          <p:cNvSpPr/>
          <p:nvPr/>
        </p:nvSpPr>
        <p:spPr>
          <a:xfrm>
            <a:off x="2603827" y="428949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02</a:t>
            </a:r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6E0FA472-ACFA-841C-6540-595255585C1E}"/>
              </a:ext>
            </a:extLst>
          </p:cNvPr>
          <p:cNvSpPr/>
          <p:nvPr/>
        </p:nvSpPr>
        <p:spPr>
          <a:xfrm>
            <a:off x="2603827" y="517798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05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585BC461-5F1B-4D43-3389-975215F408D8}"/>
              </a:ext>
            </a:extLst>
          </p:cNvPr>
          <p:cNvSpPr/>
          <p:nvPr/>
        </p:nvSpPr>
        <p:spPr>
          <a:xfrm>
            <a:off x="2603827" y="57381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08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638DD9F0-E23A-1CBB-9E84-5D75589A3B5A}"/>
              </a:ext>
            </a:extLst>
          </p:cNvPr>
          <p:cNvSpPr/>
          <p:nvPr/>
        </p:nvSpPr>
        <p:spPr>
          <a:xfrm>
            <a:off x="5128724" y="1026977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10</a:t>
            </a:r>
          </a:p>
        </p:txBody>
      </p:sp>
      <p:sp>
        <p:nvSpPr>
          <p:cNvPr id="15" name="Cerrar llave 14">
            <a:extLst>
              <a:ext uri="{FF2B5EF4-FFF2-40B4-BE49-F238E27FC236}">
                <a16:creationId xmlns:a16="http://schemas.microsoft.com/office/drawing/2014/main" id="{B07B1408-500E-BF30-9C43-D02F7719541F}"/>
              </a:ext>
            </a:extLst>
          </p:cNvPr>
          <p:cNvSpPr/>
          <p:nvPr/>
        </p:nvSpPr>
        <p:spPr>
          <a:xfrm>
            <a:off x="4347565" y="698661"/>
            <a:ext cx="781159" cy="112240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ángulo redondeado 15">
            <a:extLst>
              <a:ext uri="{FF2B5EF4-FFF2-40B4-BE49-F238E27FC236}">
                <a16:creationId xmlns:a16="http://schemas.microsoft.com/office/drawing/2014/main" id="{0CF59D72-ECFF-0832-CE49-246851236997}"/>
              </a:ext>
            </a:extLst>
          </p:cNvPr>
          <p:cNvSpPr/>
          <p:nvPr/>
        </p:nvSpPr>
        <p:spPr>
          <a:xfrm>
            <a:off x="5128724" y="2475639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01</a:t>
            </a:r>
          </a:p>
        </p:txBody>
      </p:sp>
      <p:sp>
        <p:nvSpPr>
          <p:cNvPr id="17" name="Cerrar llave 16">
            <a:extLst>
              <a:ext uri="{FF2B5EF4-FFF2-40B4-BE49-F238E27FC236}">
                <a16:creationId xmlns:a16="http://schemas.microsoft.com/office/drawing/2014/main" id="{4FB042AD-0D13-55D5-F4C5-F4A895F26D14}"/>
              </a:ext>
            </a:extLst>
          </p:cNvPr>
          <p:cNvSpPr/>
          <p:nvPr/>
        </p:nvSpPr>
        <p:spPr>
          <a:xfrm>
            <a:off x="4347565" y="2475637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39C42344-3436-031E-7186-82475D3C1360}"/>
              </a:ext>
            </a:extLst>
          </p:cNvPr>
          <p:cNvSpPr/>
          <p:nvPr/>
        </p:nvSpPr>
        <p:spPr>
          <a:xfrm>
            <a:off x="5128724" y="396324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07</a:t>
            </a:r>
          </a:p>
        </p:txBody>
      </p:sp>
      <p:sp>
        <p:nvSpPr>
          <p:cNvPr id="19" name="Cerrar llave 18">
            <a:extLst>
              <a:ext uri="{FF2B5EF4-FFF2-40B4-BE49-F238E27FC236}">
                <a16:creationId xmlns:a16="http://schemas.microsoft.com/office/drawing/2014/main" id="{E2F5DF95-B9ED-C9A7-BE6B-9D8611E30952}"/>
              </a:ext>
            </a:extLst>
          </p:cNvPr>
          <p:cNvSpPr/>
          <p:nvPr/>
        </p:nvSpPr>
        <p:spPr>
          <a:xfrm>
            <a:off x="4347565" y="396323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368051F7-06BD-95ED-05ED-C15EE2A1958B}"/>
              </a:ext>
            </a:extLst>
          </p:cNvPr>
          <p:cNvSpPr/>
          <p:nvPr/>
        </p:nvSpPr>
        <p:spPr>
          <a:xfrm>
            <a:off x="5128724" y="540615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Group 05</a:t>
            </a:r>
          </a:p>
        </p:txBody>
      </p:sp>
      <p:sp>
        <p:nvSpPr>
          <p:cNvPr id="21" name="Cerrar llave 20">
            <a:extLst>
              <a:ext uri="{FF2B5EF4-FFF2-40B4-BE49-F238E27FC236}">
                <a16:creationId xmlns:a16="http://schemas.microsoft.com/office/drawing/2014/main" id="{E0CF8876-2BF4-6D25-1B4B-EB81718AAA54}"/>
              </a:ext>
            </a:extLst>
          </p:cNvPr>
          <p:cNvSpPr/>
          <p:nvPr/>
        </p:nvSpPr>
        <p:spPr>
          <a:xfrm>
            <a:off x="4347565" y="5406152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A000B244-CA2F-DFDE-237F-D52CBB9B58E5}"/>
              </a:ext>
            </a:extLst>
          </p:cNvPr>
          <p:cNvSpPr/>
          <p:nvPr/>
        </p:nvSpPr>
        <p:spPr>
          <a:xfrm>
            <a:off x="7653621" y="1712203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10</a:t>
            </a:r>
          </a:p>
        </p:txBody>
      </p:sp>
      <p:sp>
        <p:nvSpPr>
          <p:cNvPr id="23" name="Cerrar llave 22">
            <a:extLst>
              <a:ext uri="{FF2B5EF4-FFF2-40B4-BE49-F238E27FC236}">
                <a16:creationId xmlns:a16="http://schemas.microsoft.com/office/drawing/2014/main" id="{D2712B0A-DCDA-6E92-48C4-2B9739703CBB}"/>
              </a:ext>
            </a:extLst>
          </p:cNvPr>
          <p:cNvSpPr/>
          <p:nvPr/>
        </p:nvSpPr>
        <p:spPr>
          <a:xfrm>
            <a:off x="6872462" y="1256771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496A692E-6AA3-436E-E55F-75215E511B3F}"/>
              </a:ext>
            </a:extLst>
          </p:cNvPr>
          <p:cNvSpPr/>
          <p:nvPr/>
        </p:nvSpPr>
        <p:spPr>
          <a:xfrm>
            <a:off x="7653621" y="467976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Group 07</a:t>
            </a:r>
          </a:p>
        </p:txBody>
      </p:sp>
      <p:sp>
        <p:nvSpPr>
          <p:cNvPr id="25" name="Cerrar llave 24">
            <a:extLst>
              <a:ext uri="{FF2B5EF4-FFF2-40B4-BE49-F238E27FC236}">
                <a16:creationId xmlns:a16="http://schemas.microsoft.com/office/drawing/2014/main" id="{E4C4972E-BFD7-C195-D902-064D439FC5DB}"/>
              </a:ext>
            </a:extLst>
          </p:cNvPr>
          <p:cNvSpPr/>
          <p:nvPr/>
        </p:nvSpPr>
        <p:spPr>
          <a:xfrm>
            <a:off x="6872462" y="4224329"/>
            <a:ext cx="781159" cy="145278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C8216929-2584-8C84-04A2-219B3AAF27EF}"/>
              </a:ext>
            </a:extLst>
          </p:cNvPr>
          <p:cNvSpPr/>
          <p:nvPr/>
        </p:nvSpPr>
        <p:spPr>
          <a:xfrm>
            <a:off x="10178518" y="3195084"/>
            <a:ext cx="1743738" cy="4678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Group 07</a:t>
            </a:r>
          </a:p>
        </p:txBody>
      </p:sp>
      <p:sp>
        <p:nvSpPr>
          <p:cNvPr id="31" name="Cerrar llave 30">
            <a:extLst>
              <a:ext uri="{FF2B5EF4-FFF2-40B4-BE49-F238E27FC236}">
                <a16:creationId xmlns:a16="http://schemas.microsoft.com/office/drawing/2014/main" id="{69679B98-941C-A8DD-AAEC-032474C51B79}"/>
              </a:ext>
            </a:extLst>
          </p:cNvPr>
          <p:cNvSpPr/>
          <p:nvPr/>
        </p:nvSpPr>
        <p:spPr>
          <a:xfrm>
            <a:off x="9397359" y="1946118"/>
            <a:ext cx="781159" cy="296576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D0B576B4-F0CE-5570-20C3-3AC1CAEA16D3}"/>
              </a:ext>
            </a:extLst>
          </p:cNvPr>
          <p:cNvSpPr/>
          <p:nvPr/>
        </p:nvSpPr>
        <p:spPr>
          <a:xfrm>
            <a:off x="78930" y="184175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04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B21CA8C7-FBB3-93A5-F833-F9CE6839B161}"/>
              </a:ext>
            </a:extLst>
          </p:cNvPr>
          <p:cNvSpPr/>
          <p:nvPr/>
        </p:nvSpPr>
        <p:spPr>
          <a:xfrm>
            <a:off x="78930" y="744348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06</a:t>
            </a:r>
          </a:p>
        </p:txBody>
      </p:sp>
      <p:sp>
        <p:nvSpPr>
          <p:cNvPr id="8" name="Cerrar llave 14">
            <a:extLst>
              <a:ext uri="{FF2B5EF4-FFF2-40B4-BE49-F238E27FC236}">
                <a16:creationId xmlns:a16="http://schemas.microsoft.com/office/drawing/2014/main" id="{41637BF9-8374-13BD-F080-F2960FEF62B8}"/>
              </a:ext>
            </a:extLst>
          </p:cNvPr>
          <p:cNvSpPr/>
          <p:nvPr/>
        </p:nvSpPr>
        <p:spPr>
          <a:xfrm>
            <a:off x="1822668" y="418089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F4CB1404-36C8-4C87-D439-424A3AAA6508}"/>
              </a:ext>
            </a:extLst>
          </p:cNvPr>
          <p:cNvSpPr/>
          <p:nvPr/>
        </p:nvSpPr>
        <p:spPr>
          <a:xfrm>
            <a:off x="78930" y="1304521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10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0DBFF43A-9075-AAF1-B770-AE38BFD2BDDD}"/>
              </a:ext>
            </a:extLst>
          </p:cNvPr>
          <p:cNvSpPr/>
          <p:nvPr/>
        </p:nvSpPr>
        <p:spPr>
          <a:xfrm>
            <a:off x="78930" y="1864694"/>
            <a:ext cx="1743738" cy="4678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Group 03</a:t>
            </a:r>
          </a:p>
        </p:txBody>
      </p:sp>
      <p:sp>
        <p:nvSpPr>
          <p:cNvPr id="27" name="Cerrar llave 14">
            <a:extLst>
              <a:ext uri="{FF2B5EF4-FFF2-40B4-BE49-F238E27FC236}">
                <a16:creationId xmlns:a16="http://schemas.microsoft.com/office/drawing/2014/main" id="{62A8038B-143C-D0C6-C1AF-B65E29A6ABB3}"/>
              </a:ext>
            </a:extLst>
          </p:cNvPr>
          <p:cNvSpPr/>
          <p:nvPr/>
        </p:nvSpPr>
        <p:spPr>
          <a:xfrm>
            <a:off x="1822668" y="1538435"/>
            <a:ext cx="781159" cy="5601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FD6FFDA-CBC3-F690-4D33-5AA755ABC0E9}"/>
              </a:ext>
            </a:extLst>
          </p:cNvPr>
          <p:cNvSpPr txBox="1"/>
          <p:nvPr/>
        </p:nvSpPr>
        <p:spPr>
          <a:xfrm>
            <a:off x="233295" y="6397890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Initial Round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D5714985-DE7C-E116-9CE1-914E2D5720AE}"/>
              </a:ext>
            </a:extLst>
          </p:cNvPr>
          <p:cNvSpPr txBox="1"/>
          <p:nvPr/>
        </p:nvSpPr>
        <p:spPr>
          <a:xfrm>
            <a:off x="2702664" y="6394030"/>
            <a:ext cx="154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Quarter finals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D488C357-B899-72FA-AB79-35CA432D1AC9}"/>
              </a:ext>
            </a:extLst>
          </p:cNvPr>
          <p:cNvSpPr txBox="1"/>
          <p:nvPr/>
        </p:nvSpPr>
        <p:spPr>
          <a:xfrm>
            <a:off x="5384078" y="6394030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Semifinals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E2C99D2-7E0E-D11D-406F-626B78E537F7}"/>
              </a:ext>
            </a:extLst>
          </p:cNvPr>
          <p:cNvSpPr txBox="1"/>
          <p:nvPr/>
        </p:nvSpPr>
        <p:spPr>
          <a:xfrm>
            <a:off x="8192033" y="6394030"/>
            <a:ext cx="66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37592994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FE154-41BE-7CCE-29FB-33A2B69EE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347D6575-0B06-40B2-9D0F-298202F6B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E2B33195-5BCA-4BB7-A82D-67395226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604789">
            <a:off x="675639" y="775849"/>
            <a:ext cx="2987899" cy="2987899"/>
          </a:xfrm>
          <a:prstGeom prst="arc">
            <a:avLst>
              <a:gd name="adj1" fmla="val 14455503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9684BD-96B4-97CD-CC30-ECD0D3133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818" y="1370171"/>
            <a:ext cx="508558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And the winner is... </a:t>
            </a:r>
            <a:r>
              <a:rPr lang="en-US" sz="6000" b="1" dirty="0">
                <a:solidFill>
                  <a:schemeClr val="bg1"/>
                </a:solidFill>
              </a:rPr>
              <a:t>Group 07</a:t>
            </a:r>
            <a:r>
              <a:rPr lang="en-US" sz="6000" dirty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F8AD9F3-9AF6-494F-83A3-2F6775639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9802" y="832686"/>
            <a:ext cx="1104943" cy="10749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 descr="Imagen que contiene tabla&#10;&#10;El contenido generado por IA puede ser incorrecto.">
            <a:extLst>
              <a:ext uri="{FF2B5EF4-FFF2-40B4-BE49-F238E27FC236}">
                <a16:creationId xmlns:a16="http://schemas.microsoft.com/office/drawing/2014/main" id="{C7B7AE64-277E-5D62-2F2F-913D90D1E6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2"/>
          <a:stretch>
            <a:fillRect/>
          </a:stretch>
        </p:blipFill>
        <p:spPr>
          <a:xfrm>
            <a:off x="6520859" y="795510"/>
            <a:ext cx="5137520" cy="5137520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0DA5DB8B-7E5C-4ABC-8069-A9A8806F3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82154" y="4925384"/>
            <a:ext cx="876704" cy="876704"/>
          </a:xfrm>
          <a:prstGeom prst="rect">
            <a:avLst/>
          </a:prstGeom>
          <a:noFill/>
          <a:ln w="127000">
            <a:solidFill>
              <a:schemeClr val="accent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50175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1569</Words>
  <Application>Microsoft Macintosh PowerPoint</Application>
  <PresentationFormat>Panorámica</PresentationFormat>
  <Paragraphs>402</Paragraphs>
  <Slides>65</Slides>
  <Notes>0</Notes>
  <HiddenSlides>0</HiddenSlides>
  <MMClips>34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65</vt:i4>
      </vt:variant>
    </vt:vector>
  </HeadingPairs>
  <TitlesOfParts>
    <vt:vector size="70" baseType="lpstr">
      <vt:lpstr>Aptos</vt:lpstr>
      <vt:lpstr>Aptos Display</vt:lpstr>
      <vt:lpstr>Arial</vt:lpstr>
      <vt:lpstr>Calibri</vt:lpstr>
      <vt:lpstr>Tema de Office</vt:lpstr>
      <vt:lpstr>Pong World Tournament</vt:lpstr>
      <vt:lpstr>Tournament</vt:lpstr>
      <vt:lpstr>Presentación de PowerPoint</vt:lpstr>
      <vt:lpstr>Presentación de PowerPoint</vt:lpstr>
      <vt:lpstr>Presentación de PowerPoint</vt:lpstr>
      <vt:lpstr>Initial Round</vt:lpstr>
      <vt:lpstr>Presentación de PowerPoint</vt:lpstr>
      <vt:lpstr>Group 04 vs Group 06  Match 1 / 5  Group 04: 0  Group 06: 0</vt:lpstr>
      <vt:lpstr>Presentación de PowerPoint</vt:lpstr>
      <vt:lpstr>Presentación de PowerPoint</vt:lpstr>
      <vt:lpstr>Group 04 vs Group 06  Match 4 / 5  Group 04: 2  Group 06: 1</vt:lpstr>
      <vt:lpstr>Group 04 vs Group 06  Match 5 / 5  Group 04: 2  Group 06: 2</vt:lpstr>
      <vt:lpstr>Presentación de PowerPoint</vt:lpstr>
      <vt:lpstr>Presentación de PowerPoint</vt:lpstr>
      <vt:lpstr>Group 10 vs Group 03  Match 1 / 5  Group 10: 0  Group 03: 0</vt:lpstr>
      <vt:lpstr>Group 10 vs Group 03  Match 2 / 5  Group 10: 1  Group 03: 0</vt:lpstr>
      <vt:lpstr>Group 10 vs Group 03  Match 3 / 5  Group 10: 2  Group 03: 0</vt:lpstr>
      <vt:lpstr>Presentación de PowerPoint</vt:lpstr>
      <vt:lpstr>Presentación de PowerPoint</vt:lpstr>
      <vt:lpstr>Quarter Finals</vt:lpstr>
      <vt:lpstr>Presentación de PowerPoint</vt:lpstr>
      <vt:lpstr>Group 05 vs Group 08  Match 1 / 5  Group 05: 0  Group 08: 0</vt:lpstr>
      <vt:lpstr>Group 05 vs Group 08  Match 2 / 5  Group 05: 1  Group 08: 0</vt:lpstr>
      <vt:lpstr>Group 05 vs Group 08  Match 3 / 5  Group 05: 2  Group 08: 0</vt:lpstr>
      <vt:lpstr>Presentación de PowerPoint</vt:lpstr>
      <vt:lpstr>Presentación de PowerPoint</vt:lpstr>
      <vt:lpstr>Group 07 vs Group 02  Match 1 / 5  Group 07: 0  Group 02: 0</vt:lpstr>
      <vt:lpstr>Group 07 vs Group 02  Match 2 / 5  Group 07: 0  Group 02: 1</vt:lpstr>
      <vt:lpstr>Group 07 vs Group 02  Match 3 / 5  Group 07: 1  Group 02: 1</vt:lpstr>
      <vt:lpstr>Group 07 vs Group 02  Match 4 / 5  Group 07: 2  Group 02: 1</vt:lpstr>
      <vt:lpstr>Presentación de PowerPoint</vt:lpstr>
      <vt:lpstr>Presentación de PowerPoint</vt:lpstr>
      <vt:lpstr>Group 09 vs Group 01  Match 1 / 5  Group 09: 0  Group 01: 0</vt:lpstr>
      <vt:lpstr>Group 09 vs Group 01  Match 2 / 5  Group 09: 0  Group 01: 1</vt:lpstr>
      <vt:lpstr>Group 09 vs Group 01  Match 3 / 5  Group 09: 1  Group 01: 1</vt:lpstr>
      <vt:lpstr>Group 09 vs Group 01  Match 4 / 5  Group 09: 1  Group 01: 2</vt:lpstr>
      <vt:lpstr>Group 09 vs Group 01  Match 5 / 5  Group 09: 2  Group 01: 2</vt:lpstr>
      <vt:lpstr>Presentación de PowerPoint</vt:lpstr>
      <vt:lpstr>Presentación de PowerPoint</vt:lpstr>
      <vt:lpstr>Group 04 vs Group 10  Match 1 / 5  Group 04: 0  Group 10: 0</vt:lpstr>
      <vt:lpstr>Group 04 vs Group 10  Match 2 / 5  Group 04: 0  Group 10: 1</vt:lpstr>
      <vt:lpstr>Group 04 vs Group 10  Match 3 / 5  Group 04: 0  Group 10: 2</vt:lpstr>
      <vt:lpstr>Presentación de PowerPoint</vt:lpstr>
      <vt:lpstr>Presentación de PowerPoint</vt:lpstr>
      <vt:lpstr>Semifinals</vt:lpstr>
      <vt:lpstr>Presentación de PowerPoint</vt:lpstr>
      <vt:lpstr>Group 07 vs Group 05  Match 1 / 5  Group 07: 0  Group 05: 0</vt:lpstr>
      <vt:lpstr>Group 07 vs Group 05  Match 2 / 5  Group 07: 1  Group 05: 0</vt:lpstr>
      <vt:lpstr>Group 07 vs Group 05  Match 3 / 5  Group 07: 2  Group 05: 0</vt:lpstr>
      <vt:lpstr>Group 07 vs Group 05  Match 4 / 5  Group 07: 2  Group 05: 1</vt:lpstr>
      <vt:lpstr>Presentación de PowerPoint</vt:lpstr>
      <vt:lpstr>Presentación de PowerPoint</vt:lpstr>
      <vt:lpstr>Group 10 vs Group 01  Match 1 / 5  Group 10: 0  Group 01: 0</vt:lpstr>
      <vt:lpstr>Group 10 vs Group 01  Match 2 / 5  Group 10: 1  Group 01: 0</vt:lpstr>
      <vt:lpstr>Group 10 vs Group 01  Match 3 / 5  Group 10: 2  Group 01: 0</vt:lpstr>
      <vt:lpstr>Presentación de PowerPoint</vt:lpstr>
      <vt:lpstr>Presentación de PowerPoint</vt:lpstr>
      <vt:lpstr>The Final Match</vt:lpstr>
      <vt:lpstr>Presentación de PowerPoint</vt:lpstr>
      <vt:lpstr>Group 10 vs Group 07  Match 1 / 5  Group 10: 0  Group 07: 0</vt:lpstr>
      <vt:lpstr>Group 10 vs Group 07  Match 2 / 5  Group 10: 0  Group 07: 1</vt:lpstr>
      <vt:lpstr>Group 10 vs Group 07  Match 3 / 5  Group 10: 0  Group 07: 2</vt:lpstr>
      <vt:lpstr>Presentación de PowerPoint</vt:lpstr>
      <vt:lpstr>Presentación de PowerPoint</vt:lpstr>
      <vt:lpstr>And the winner is... Group 07!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Jordi Casas Roma</dc:creator>
  <cp:lastModifiedBy>Jordi Casas Roma</cp:lastModifiedBy>
  <cp:revision>87</cp:revision>
  <dcterms:created xsi:type="dcterms:W3CDTF">2024-12-27T11:25:00Z</dcterms:created>
  <dcterms:modified xsi:type="dcterms:W3CDTF">2026-01-27T13:32:28Z</dcterms:modified>
</cp:coreProperties>
</file>